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DC09B2-9F21-43B7-A7D7-478C3630521D}" v="644" dt="2026-06-19T17:47:00.6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6DC58F-6713-4B52-8ED4-2DA37DBB2F7C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8E258C6-6683-48CA-AB58-49CD69E635B9}">
      <dgm:prSet/>
      <dgm:spPr/>
      <dgm:t>
        <a:bodyPr/>
        <a:lstStyle/>
        <a:p>
          <a:r>
            <a:rPr lang="en-US"/>
            <a:t>1. Convert ROS message → PCL point cloud</a:t>
          </a:r>
        </a:p>
      </dgm:t>
    </dgm:pt>
    <dgm:pt modelId="{9EB8B9ED-B712-4B6D-891A-E8AEC72527DF}" type="parTrans" cxnId="{234B8C2B-FE0C-4ABF-8B0F-E3768406FD4C}">
      <dgm:prSet/>
      <dgm:spPr/>
      <dgm:t>
        <a:bodyPr/>
        <a:lstStyle/>
        <a:p>
          <a:endParaRPr lang="en-US"/>
        </a:p>
      </dgm:t>
    </dgm:pt>
    <dgm:pt modelId="{2BD437F9-C3D0-405C-8EEF-62F54F2F595A}" type="sibTrans" cxnId="{234B8C2B-FE0C-4ABF-8B0F-E3768406FD4C}">
      <dgm:prSet/>
      <dgm:spPr/>
      <dgm:t>
        <a:bodyPr/>
        <a:lstStyle/>
        <a:p>
          <a:endParaRPr lang="en-US"/>
        </a:p>
      </dgm:t>
    </dgm:pt>
    <dgm:pt modelId="{1291AC72-4D42-4512-BDD5-A08BBC006004}">
      <dgm:prSet/>
      <dgm:spPr/>
      <dgm:t>
        <a:bodyPr/>
        <a:lstStyle/>
        <a:p>
          <a:r>
            <a:rPr lang="en-US"/>
            <a:t>2. Voxel-downsampling</a:t>
          </a:r>
        </a:p>
      </dgm:t>
    </dgm:pt>
    <dgm:pt modelId="{CBAED1AE-1150-4E1F-AEE3-AA064C7AA200}" type="parTrans" cxnId="{0FE32C04-B8C6-4834-A840-689B6FAEB851}">
      <dgm:prSet/>
      <dgm:spPr/>
      <dgm:t>
        <a:bodyPr/>
        <a:lstStyle/>
        <a:p>
          <a:endParaRPr lang="en-US"/>
        </a:p>
      </dgm:t>
    </dgm:pt>
    <dgm:pt modelId="{F5B4601E-D37F-4665-91E6-257697145EFB}" type="sibTrans" cxnId="{0FE32C04-B8C6-4834-A840-689B6FAEB851}">
      <dgm:prSet/>
      <dgm:spPr/>
      <dgm:t>
        <a:bodyPr/>
        <a:lstStyle/>
        <a:p>
          <a:endParaRPr lang="en-US"/>
        </a:p>
      </dgm:t>
    </dgm:pt>
    <dgm:pt modelId="{C5E18197-0498-48AF-A000-9AEDF0E2DA0F}">
      <dgm:prSet/>
      <dgm:spPr/>
      <dgm:t>
        <a:bodyPr/>
        <a:lstStyle/>
        <a:p>
          <a:r>
            <a:rPr lang="en-US"/>
            <a:t>3. Range filter (remove too-near / too-far points)</a:t>
          </a:r>
        </a:p>
      </dgm:t>
    </dgm:pt>
    <dgm:pt modelId="{DF7B39CA-4FA7-4C9A-9E9C-FAE5B91209E0}" type="parTrans" cxnId="{05B1D2B6-6F31-4128-B9A4-A936DCECED8E}">
      <dgm:prSet/>
      <dgm:spPr/>
      <dgm:t>
        <a:bodyPr/>
        <a:lstStyle/>
        <a:p>
          <a:endParaRPr lang="en-US"/>
        </a:p>
      </dgm:t>
    </dgm:pt>
    <dgm:pt modelId="{E315F2C2-0574-43CA-B66A-C27AD84CFFBF}" type="sibTrans" cxnId="{05B1D2B6-6F31-4128-B9A4-A936DCECED8E}">
      <dgm:prSet/>
      <dgm:spPr/>
      <dgm:t>
        <a:bodyPr/>
        <a:lstStyle/>
        <a:p>
          <a:endParaRPr lang="en-US"/>
        </a:p>
      </dgm:t>
    </dgm:pt>
    <dgm:pt modelId="{F8696C0F-AA42-4234-9A0D-16AEA29644D0}">
      <dgm:prSet/>
      <dgm:spPr/>
      <dgm:t>
        <a:bodyPr/>
        <a:lstStyle/>
        <a:p>
          <a:r>
            <a:rPr lang="en-US"/>
            <a:t>4. Hard cap on point count (random subsample)</a:t>
          </a:r>
        </a:p>
      </dgm:t>
    </dgm:pt>
    <dgm:pt modelId="{D1EF4360-F4CF-4186-BD14-22B887BC6D94}" type="parTrans" cxnId="{164F9C4F-CCC3-4BC8-9C9F-DB5A4D0695A1}">
      <dgm:prSet/>
      <dgm:spPr/>
      <dgm:t>
        <a:bodyPr/>
        <a:lstStyle/>
        <a:p>
          <a:endParaRPr lang="en-US"/>
        </a:p>
      </dgm:t>
    </dgm:pt>
    <dgm:pt modelId="{B6A77156-E1AA-4D92-A360-3C871943D915}" type="sibTrans" cxnId="{164F9C4F-CCC3-4BC8-9C9F-DB5A4D0695A1}">
      <dgm:prSet/>
      <dgm:spPr/>
      <dgm:t>
        <a:bodyPr/>
        <a:lstStyle/>
        <a:p>
          <a:endParaRPr lang="en-US"/>
        </a:p>
      </dgm:t>
    </dgm:pt>
    <dgm:pt modelId="{494604FB-88EE-4815-A719-111C81E3DA91}">
      <dgm:prSet/>
      <dgm:spPr/>
      <dgm:t>
        <a:bodyPr/>
        <a:lstStyle/>
        <a:p>
          <a:r>
            <a:rPr lang="en-US"/>
            <a:t>5. Bootstrap check — first frame seeds the map</a:t>
          </a:r>
        </a:p>
      </dgm:t>
    </dgm:pt>
    <dgm:pt modelId="{18368FF1-52C9-4143-9AD5-B5EFE155ED86}" type="parTrans" cxnId="{AD792A48-9EB4-48A4-BB4E-B624AF53135D}">
      <dgm:prSet/>
      <dgm:spPr/>
      <dgm:t>
        <a:bodyPr/>
        <a:lstStyle/>
        <a:p>
          <a:endParaRPr lang="en-US"/>
        </a:p>
      </dgm:t>
    </dgm:pt>
    <dgm:pt modelId="{B53F4D37-8857-4BF3-BE0D-49F8BED3E7FF}" type="sibTrans" cxnId="{AD792A48-9EB4-48A4-BB4E-B624AF53135D}">
      <dgm:prSet/>
      <dgm:spPr/>
      <dgm:t>
        <a:bodyPr/>
        <a:lstStyle/>
        <a:p>
          <a:endParaRPr lang="en-US"/>
        </a:p>
      </dgm:t>
    </dgm:pt>
    <dgm:pt modelId="{FD3FC114-12BF-4242-9570-86365C0FD497}">
      <dgm:prSet/>
      <dgm:spPr/>
      <dgm:t>
        <a:bodyPr/>
        <a:lstStyle/>
        <a:p>
          <a:r>
            <a:rPr lang="en-US"/>
            <a:t>6. Build initial guess from constant-velocity motion prior</a:t>
          </a:r>
        </a:p>
      </dgm:t>
    </dgm:pt>
    <dgm:pt modelId="{FCF6465B-3E5F-40E4-964C-64AB81517305}" type="parTrans" cxnId="{DBE9D023-FB73-4D28-9FDE-732BA0F39929}">
      <dgm:prSet/>
      <dgm:spPr/>
      <dgm:t>
        <a:bodyPr/>
        <a:lstStyle/>
        <a:p>
          <a:endParaRPr lang="en-US"/>
        </a:p>
      </dgm:t>
    </dgm:pt>
    <dgm:pt modelId="{9C27020B-88D3-41D2-BAEC-B9B2012AA175}" type="sibTrans" cxnId="{DBE9D023-FB73-4D28-9FDE-732BA0F39929}">
      <dgm:prSet/>
      <dgm:spPr/>
      <dgm:t>
        <a:bodyPr/>
        <a:lstStyle/>
        <a:p>
          <a:endParaRPr lang="en-US"/>
        </a:p>
      </dgm:t>
    </dgm:pt>
    <dgm:pt modelId="{526A0EB6-909E-4F9F-9746-E332D7CFF7E2}">
      <dgm:prSet/>
      <dgm:spPr/>
      <dgm:t>
        <a:bodyPr/>
        <a:lstStyle/>
        <a:p>
          <a:r>
            <a:rPr lang="en-US"/>
            <a:t>7. NDT registration (scan-to-map, falls back to scan-to-scan)</a:t>
          </a:r>
        </a:p>
      </dgm:t>
    </dgm:pt>
    <dgm:pt modelId="{CC8DA9A2-2290-4338-BB2D-178F9463E8B4}" type="parTrans" cxnId="{898C6757-0C65-4F02-8C21-BCF2D21A40C3}">
      <dgm:prSet/>
      <dgm:spPr/>
      <dgm:t>
        <a:bodyPr/>
        <a:lstStyle/>
        <a:p>
          <a:endParaRPr lang="en-US"/>
        </a:p>
      </dgm:t>
    </dgm:pt>
    <dgm:pt modelId="{70BF9977-2C4B-4671-8CB9-9AC6BD0BAE91}" type="sibTrans" cxnId="{898C6757-0C65-4F02-8C21-BCF2D21A40C3}">
      <dgm:prSet/>
      <dgm:spPr/>
      <dgm:t>
        <a:bodyPr/>
        <a:lstStyle/>
        <a:p>
          <a:endParaRPr lang="en-US"/>
        </a:p>
      </dgm:t>
    </dgm:pt>
    <dgm:pt modelId="{78165CE4-FBF2-453C-9FD4-E3BB13CC22B6}">
      <dgm:prSet/>
      <dgm:spPr/>
      <dgm:t>
        <a:bodyPr/>
        <a:lstStyle/>
        <a:p>
          <a:r>
            <a:rPr lang="en-US"/>
            <a:t>8. Accept or reject based on fitness score</a:t>
          </a:r>
        </a:p>
      </dgm:t>
    </dgm:pt>
    <dgm:pt modelId="{C1A31ADD-1FC2-4BC6-A684-A1B6A8FB4228}" type="parTrans" cxnId="{64C5A9EB-FDB5-4EE9-9259-1FB5B669ED73}">
      <dgm:prSet/>
      <dgm:spPr/>
      <dgm:t>
        <a:bodyPr/>
        <a:lstStyle/>
        <a:p>
          <a:endParaRPr lang="en-US"/>
        </a:p>
      </dgm:t>
    </dgm:pt>
    <dgm:pt modelId="{83EEB842-CF19-4AE7-8818-E91A830F6FB9}" type="sibTrans" cxnId="{64C5A9EB-FDB5-4EE9-9259-1FB5B669ED73}">
      <dgm:prSet/>
      <dgm:spPr/>
      <dgm:t>
        <a:bodyPr/>
        <a:lstStyle/>
        <a:p>
          <a:endParaRPr lang="en-US"/>
        </a:p>
      </dgm:t>
    </dgm:pt>
    <dgm:pt modelId="{DB7635D6-5889-44FB-BD0C-58C163C1CAC8}">
      <dgm:prSet/>
      <dgm:spPr/>
      <dgm:t>
        <a:bodyPr/>
        <a:lstStyle/>
        <a:p>
          <a:r>
            <a:rPr lang="en-US"/>
            <a:t>9. Accumulate accepted scan into the map</a:t>
          </a:r>
        </a:p>
      </dgm:t>
    </dgm:pt>
    <dgm:pt modelId="{266F80DC-5B35-46C6-8D7C-5A00FE378E07}" type="parTrans" cxnId="{09AD3864-6F79-4899-86B6-53BA86339F09}">
      <dgm:prSet/>
      <dgm:spPr/>
      <dgm:t>
        <a:bodyPr/>
        <a:lstStyle/>
        <a:p>
          <a:endParaRPr lang="en-US"/>
        </a:p>
      </dgm:t>
    </dgm:pt>
    <dgm:pt modelId="{22196440-AFAF-42A2-9861-43FCB9BD5556}" type="sibTrans" cxnId="{09AD3864-6F79-4899-86B6-53BA86339F09}">
      <dgm:prSet/>
      <dgm:spPr/>
      <dgm:t>
        <a:bodyPr/>
        <a:lstStyle/>
        <a:p>
          <a:endParaRPr lang="en-US"/>
        </a:p>
      </dgm:t>
    </dgm:pt>
    <dgm:pt modelId="{9CB3B5FF-B5E5-471F-98DC-0D08F40C194A}">
      <dgm:prSet/>
      <dgm:spPr/>
      <dgm:t>
        <a:bodyPr/>
        <a:lstStyle/>
        <a:p>
          <a:r>
            <a:rPr lang="en-US"/>
            <a:t>10. Publish odometry / pose / TF / path, log TUM line</a:t>
          </a:r>
        </a:p>
      </dgm:t>
    </dgm:pt>
    <dgm:pt modelId="{9C85CD8F-90BC-44F0-B2DE-255A4DD996A1}" type="parTrans" cxnId="{14BEE7E1-AE6A-4844-8E1F-570A68181C1E}">
      <dgm:prSet/>
      <dgm:spPr/>
      <dgm:t>
        <a:bodyPr/>
        <a:lstStyle/>
        <a:p>
          <a:endParaRPr lang="en-US"/>
        </a:p>
      </dgm:t>
    </dgm:pt>
    <dgm:pt modelId="{053CC9FC-FC15-47C4-9129-E305DFAA65B4}" type="sibTrans" cxnId="{14BEE7E1-AE6A-4844-8E1F-570A68181C1E}">
      <dgm:prSet/>
      <dgm:spPr/>
      <dgm:t>
        <a:bodyPr/>
        <a:lstStyle/>
        <a:p>
          <a:endParaRPr lang="en-US"/>
        </a:p>
      </dgm:t>
    </dgm:pt>
    <dgm:pt modelId="{DE5A715F-E03A-42E7-9B08-F01A16DB7BA4}">
      <dgm:prSet/>
      <dgm:spPr/>
      <dgm:t>
        <a:bodyPr/>
        <a:lstStyle/>
        <a:p>
          <a:r>
            <a:rPr lang="en-US"/>
            <a:t>11. Periodically publish the full map cloud</a:t>
          </a:r>
        </a:p>
      </dgm:t>
    </dgm:pt>
    <dgm:pt modelId="{992F2230-EB54-45AD-A42E-5619DE4FBBF2}" type="parTrans" cxnId="{A9AC70E0-CD14-4EFC-9BCE-02CCF2E3E339}">
      <dgm:prSet/>
      <dgm:spPr/>
      <dgm:t>
        <a:bodyPr/>
        <a:lstStyle/>
        <a:p>
          <a:endParaRPr lang="en-US"/>
        </a:p>
      </dgm:t>
    </dgm:pt>
    <dgm:pt modelId="{AFBA6595-E8D6-48B2-9F61-3ABC5A9090F3}" type="sibTrans" cxnId="{A9AC70E0-CD14-4EFC-9BCE-02CCF2E3E339}">
      <dgm:prSet/>
      <dgm:spPr/>
      <dgm:t>
        <a:bodyPr/>
        <a:lstStyle/>
        <a:p>
          <a:endParaRPr lang="en-US"/>
        </a:p>
      </dgm:t>
    </dgm:pt>
    <dgm:pt modelId="{2D7D0D96-FEA2-47D4-918B-3DF713D9164F}">
      <dgm:prSet/>
      <dgm:spPr/>
      <dgm:t>
        <a:bodyPr/>
        <a:lstStyle/>
        <a:p>
          <a:r>
            <a:rPr lang="en-US"/>
            <a:t>12- Converting to XYZ PCL to continue cycle processing</a:t>
          </a:r>
        </a:p>
      </dgm:t>
    </dgm:pt>
    <dgm:pt modelId="{848E48EA-D079-4A68-91E6-957895C3371A}" type="parTrans" cxnId="{3B57577E-419F-4981-997E-3E1D1B625347}">
      <dgm:prSet/>
      <dgm:spPr/>
      <dgm:t>
        <a:bodyPr/>
        <a:lstStyle/>
        <a:p>
          <a:endParaRPr lang="en-US"/>
        </a:p>
      </dgm:t>
    </dgm:pt>
    <dgm:pt modelId="{73AB3258-A866-49AA-AB03-5E94C2A09149}" type="sibTrans" cxnId="{3B57577E-419F-4981-997E-3E1D1B625347}">
      <dgm:prSet/>
      <dgm:spPr/>
      <dgm:t>
        <a:bodyPr/>
        <a:lstStyle/>
        <a:p>
          <a:endParaRPr lang="en-US"/>
        </a:p>
      </dgm:t>
    </dgm:pt>
    <dgm:pt modelId="{DA5FBA42-9894-43C6-AD74-6BF626C272E0}" type="pres">
      <dgm:prSet presAssocID="{456DC58F-6713-4B52-8ED4-2DA37DBB2F7C}" presName="diagram" presStyleCnt="0">
        <dgm:presLayoutVars>
          <dgm:dir/>
          <dgm:resizeHandles val="exact"/>
        </dgm:presLayoutVars>
      </dgm:prSet>
      <dgm:spPr/>
    </dgm:pt>
    <dgm:pt modelId="{C461CEF1-6C17-4D22-BA3D-7A413E36EFDF}" type="pres">
      <dgm:prSet presAssocID="{08E258C6-6683-48CA-AB58-49CD69E635B9}" presName="node" presStyleLbl="node1" presStyleIdx="0" presStyleCnt="12">
        <dgm:presLayoutVars>
          <dgm:bulletEnabled val="1"/>
        </dgm:presLayoutVars>
      </dgm:prSet>
      <dgm:spPr/>
    </dgm:pt>
    <dgm:pt modelId="{99364F78-B3D2-481C-8AEC-34BCAB4318C2}" type="pres">
      <dgm:prSet presAssocID="{2BD437F9-C3D0-405C-8EEF-62F54F2F595A}" presName="sibTrans" presStyleLbl="sibTrans2D1" presStyleIdx="0" presStyleCnt="11"/>
      <dgm:spPr/>
    </dgm:pt>
    <dgm:pt modelId="{958C72E0-A33B-4B04-AC91-B92CA9A0827F}" type="pres">
      <dgm:prSet presAssocID="{2BD437F9-C3D0-405C-8EEF-62F54F2F595A}" presName="connectorText" presStyleLbl="sibTrans2D1" presStyleIdx="0" presStyleCnt="11"/>
      <dgm:spPr/>
    </dgm:pt>
    <dgm:pt modelId="{DC8C7246-951F-4C62-9C45-B9C2331656FD}" type="pres">
      <dgm:prSet presAssocID="{1291AC72-4D42-4512-BDD5-A08BBC006004}" presName="node" presStyleLbl="node1" presStyleIdx="1" presStyleCnt="12">
        <dgm:presLayoutVars>
          <dgm:bulletEnabled val="1"/>
        </dgm:presLayoutVars>
      </dgm:prSet>
      <dgm:spPr/>
    </dgm:pt>
    <dgm:pt modelId="{2F1BE5EF-80DD-4BCA-A651-E775449F6B89}" type="pres">
      <dgm:prSet presAssocID="{F5B4601E-D37F-4665-91E6-257697145EFB}" presName="sibTrans" presStyleLbl="sibTrans2D1" presStyleIdx="1" presStyleCnt="11"/>
      <dgm:spPr/>
    </dgm:pt>
    <dgm:pt modelId="{FE03FC34-EE95-4383-84AE-C7FE45156422}" type="pres">
      <dgm:prSet presAssocID="{F5B4601E-D37F-4665-91E6-257697145EFB}" presName="connectorText" presStyleLbl="sibTrans2D1" presStyleIdx="1" presStyleCnt="11"/>
      <dgm:spPr/>
    </dgm:pt>
    <dgm:pt modelId="{8F69205D-354B-473F-A2F7-8A2BF056C627}" type="pres">
      <dgm:prSet presAssocID="{C5E18197-0498-48AF-A000-9AEDF0E2DA0F}" presName="node" presStyleLbl="node1" presStyleIdx="2" presStyleCnt="12">
        <dgm:presLayoutVars>
          <dgm:bulletEnabled val="1"/>
        </dgm:presLayoutVars>
      </dgm:prSet>
      <dgm:spPr/>
    </dgm:pt>
    <dgm:pt modelId="{81323ECA-4303-45B0-B097-EAD6384E8801}" type="pres">
      <dgm:prSet presAssocID="{E315F2C2-0574-43CA-B66A-C27AD84CFFBF}" presName="sibTrans" presStyleLbl="sibTrans2D1" presStyleIdx="2" presStyleCnt="11"/>
      <dgm:spPr/>
    </dgm:pt>
    <dgm:pt modelId="{1A7B301C-5A9B-4EB3-A1FB-25673802F16C}" type="pres">
      <dgm:prSet presAssocID="{E315F2C2-0574-43CA-B66A-C27AD84CFFBF}" presName="connectorText" presStyleLbl="sibTrans2D1" presStyleIdx="2" presStyleCnt="11"/>
      <dgm:spPr/>
    </dgm:pt>
    <dgm:pt modelId="{8AF0EB1C-019F-4E1A-B074-0BBD00F0954E}" type="pres">
      <dgm:prSet presAssocID="{F8696C0F-AA42-4234-9A0D-16AEA29644D0}" presName="node" presStyleLbl="node1" presStyleIdx="3" presStyleCnt="12">
        <dgm:presLayoutVars>
          <dgm:bulletEnabled val="1"/>
        </dgm:presLayoutVars>
      </dgm:prSet>
      <dgm:spPr/>
    </dgm:pt>
    <dgm:pt modelId="{02E4C9B5-EDF0-4953-84AB-BAF66BBD8630}" type="pres">
      <dgm:prSet presAssocID="{B6A77156-E1AA-4D92-A360-3C871943D915}" presName="sibTrans" presStyleLbl="sibTrans2D1" presStyleIdx="3" presStyleCnt="11"/>
      <dgm:spPr/>
    </dgm:pt>
    <dgm:pt modelId="{984B6131-767B-4612-80EE-ADA0976F0128}" type="pres">
      <dgm:prSet presAssocID="{B6A77156-E1AA-4D92-A360-3C871943D915}" presName="connectorText" presStyleLbl="sibTrans2D1" presStyleIdx="3" presStyleCnt="11"/>
      <dgm:spPr/>
    </dgm:pt>
    <dgm:pt modelId="{06BAA349-BA11-4F42-9085-844105A29977}" type="pres">
      <dgm:prSet presAssocID="{494604FB-88EE-4815-A719-111C81E3DA91}" presName="node" presStyleLbl="node1" presStyleIdx="4" presStyleCnt="12">
        <dgm:presLayoutVars>
          <dgm:bulletEnabled val="1"/>
        </dgm:presLayoutVars>
      </dgm:prSet>
      <dgm:spPr/>
    </dgm:pt>
    <dgm:pt modelId="{3A66C071-758D-4EC5-B5D6-CF713CF107FE}" type="pres">
      <dgm:prSet presAssocID="{B53F4D37-8857-4BF3-BE0D-49F8BED3E7FF}" presName="sibTrans" presStyleLbl="sibTrans2D1" presStyleIdx="4" presStyleCnt="11"/>
      <dgm:spPr/>
    </dgm:pt>
    <dgm:pt modelId="{BC45BADE-FCAF-4D00-835A-80796AD06CDA}" type="pres">
      <dgm:prSet presAssocID="{B53F4D37-8857-4BF3-BE0D-49F8BED3E7FF}" presName="connectorText" presStyleLbl="sibTrans2D1" presStyleIdx="4" presStyleCnt="11"/>
      <dgm:spPr/>
    </dgm:pt>
    <dgm:pt modelId="{08611EA4-F6FC-4A55-89E7-AF5F15597123}" type="pres">
      <dgm:prSet presAssocID="{FD3FC114-12BF-4242-9570-86365C0FD497}" presName="node" presStyleLbl="node1" presStyleIdx="5" presStyleCnt="12">
        <dgm:presLayoutVars>
          <dgm:bulletEnabled val="1"/>
        </dgm:presLayoutVars>
      </dgm:prSet>
      <dgm:spPr/>
    </dgm:pt>
    <dgm:pt modelId="{3A75DB69-4A33-49AD-9FDB-CFD3F9CEB223}" type="pres">
      <dgm:prSet presAssocID="{9C27020B-88D3-41D2-BAEC-B9B2012AA175}" presName="sibTrans" presStyleLbl="sibTrans2D1" presStyleIdx="5" presStyleCnt="11"/>
      <dgm:spPr/>
    </dgm:pt>
    <dgm:pt modelId="{2E409723-1C2F-4594-9298-70110EC2FFA8}" type="pres">
      <dgm:prSet presAssocID="{9C27020B-88D3-41D2-BAEC-B9B2012AA175}" presName="connectorText" presStyleLbl="sibTrans2D1" presStyleIdx="5" presStyleCnt="11"/>
      <dgm:spPr/>
    </dgm:pt>
    <dgm:pt modelId="{79FC0F6A-C4C9-4C63-A9C5-17A4B2A6E226}" type="pres">
      <dgm:prSet presAssocID="{526A0EB6-909E-4F9F-9746-E332D7CFF7E2}" presName="node" presStyleLbl="node1" presStyleIdx="6" presStyleCnt="12">
        <dgm:presLayoutVars>
          <dgm:bulletEnabled val="1"/>
        </dgm:presLayoutVars>
      </dgm:prSet>
      <dgm:spPr/>
    </dgm:pt>
    <dgm:pt modelId="{1AD46BB2-832D-45D2-A78E-A5044768F767}" type="pres">
      <dgm:prSet presAssocID="{70BF9977-2C4B-4671-8CB9-9AC6BD0BAE91}" presName="sibTrans" presStyleLbl="sibTrans2D1" presStyleIdx="6" presStyleCnt="11"/>
      <dgm:spPr/>
    </dgm:pt>
    <dgm:pt modelId="{2D13F61C-5A82-4EE6-BC6A-7E3BCFE359F8}" type="pres">
      <dgm:prSet presAssocID="{70BF9977-2C4B-4671-8CB9-9AC6BD0BAE91}" presName="connectorText" presStyleLbl="sibTrans2D1" presStyleIdx="6" presStyleCnt="11"/>
      <dgm:spPr/>
    </dgm:pt>
    <dgm:pt modelId="{A2D3D490-2348-4676-8179-C3FAE7077096}" type="pres">
      <dgm:prSet presAssocID="{78165CE4-FBF2-453C-9FD4-E3BB13CC22B6}" presName="node" presStyleLbl="node1" presStyleIdx="7" presStyleCnt="12">
        <dgm:presLayoutVars>
          <dgm:bulletEnabled val="1"/>
        </dgm:presLayoutVars>
      </dgm:prSet>
      <dgm:spPr/>
    </dgm:pt>
    <dgm:pt modelId="{9989E9E4-A5A5-47EA-AEDA-9DFBE90B3494}" type="pres">
      <dgm:prSet presAssocID="{83EEB842-CF19-4AE7-8818-E91A830F6FB9}" presName="sibTrans" presStyleLbl="sibTrans2D1" presStyleIdx="7" presStyleCnt="11"/>
      <dgm:spPr/>
    </dgm:pt>
    <dgm:pt modelId="{534EE562-0A5D-459F-BB6A-63F9F72BE9AD}" type="pres">
      <dgm:prSet presAssocID="{83EEB842-CF19-4AE7-8818-E91A830F6FB9}" presName="connectorText" presStyleLbl="sibTrans2D1" presStyleIdx="7" presStyleCnt="11"/>
      <dgm:spPr/>
    </dgm:pt>
    <dgm:pt modelId="{5B6E9EAA-C5A3-47B0-991F-575A6B721820}" type="pres">
      <dgm:prSet presAssocID="{DB7635D6-5889-44FB-BD0C-58C163C1CAC8}" presName="node" presStyleLbl="node1" presStyleIdx="8" presStyleCnt="12">
        <dgm:presLayoutVars>
          <dgm:bulletEnabled val="1"/>
        </dgm:presLayoutVars>
      </dgm:prSet>
      <dgm:spPr/>
    </dgm:pt>
    <dgm:pt modelId="{5B41EA4D-5FF4-47BE-8A49-C1F0B3258B30}" type="pres">
      <dgm:prSet presAssocID="{22196440-AFAF-42A2-9861-43FCB9BD5556}" presName="sibTrans" presStyleLbl="sibTrans2D1" presStyleIdx="8" presStyleCnt="11"/>
      <dgm:spPr/>
    </dgm:pt>
    <dgm:pt modelId="{ED22DAD8-5DEA-4473-A149-7655FD696DD7}" type="pres">
      <dgm:prSet presAssocID="{22196440-AFAF-42A2-9861-43FCB9BD5556}" presName="connectorText" presStyleLbl="sibTrans2D1" presStyleIdx="8" presStyleCnt="11"/>
      <dgm:spPr/>
    </dgm:pt>
    <dgm:pt modelId="{F98B7AE1-2E7B-4B9D-8AF7-ECE73B5F94A5}" type="pres">
      <dgm:prSet presAssocID="{9CB3B5FF-B5E5-471F-98DC-0D08F40C194A}" presName="node" presStyleLbl="node1" presStyleIdx="9" presStyleCnt="12">
        <dgm:presLayoutVars>
          <dgm:bulletEnabled val="1"/>
        </dgm:presLayoutVars>
      </dgm:prSet>
      <dgm:spPr/>
    </dgm:pt>
    <dgm:pt modelId="{320709ED-E896-49F3-B17F-716309BE6FA9}" type="pres">
      <dgm:prSet presAssocID="{053CC9FC-FC15-47C4-9129-E305DFAA65B4}" presName="sibTrans" presStyleLbl="sibTrans2D1" presStyleIdx="9" presStyleCnt="11"/>
      <dgm:spPr/>
    </dgm:pt>
    <dgm:pt modelId="{BB5E9F20-F0C5-4A0B-A520-244D9656CB9F}" type="pres">
      <dgm:prSet presAssocID="{053CC9FC-FC15-47C4-9129-E305DFAA65B4}" presName="connectorText" presStyleLbl="sibTrans2D1" presStyleIdx="9" presStyleCnt="11"/>
      <dgm:spPr/>
    </dgm:pt>
    <dgm:pt modelId="{06994C31-449A-406A-B9EB-0EAABB7F4FED}" type="pres">
      <dgm:prSet presAssocID="{DE5A715F-E03A-42E7-9B08-F01A16DB7BA4}" presName="node" presStyleLbl="node1" presStyleIdx="10" presStyleCnt="12">
        <dgm:presLayoutVars>
          <dgm:bulletEnabled val="1"/>
        </dgm:presLayoutVars>
      </dgm:prSet>
      <dgm:spPr/>
    </dgm:pt>
    <dgm:pt modelId="{A1216B19-F050-4D99-964A-D1E5B5543AEA}" type="pres">
      <dgm:prSet presAssocID="{AFBA6595-E8D6-48B2-9F61-3ABC5A9090F3}" presName="sibTrans" presStyleLbl="sibTrans2D1" presStyleIdx="10" presStyleCnt="11"/>
      <dgm:spPr/>
    </dgm:pt>
    <dgm:pt modelId="{C395E27D-BEA5-4E57-8EFA-03D8010ABC62}" type="pres">
      <dgm:prSet presAssocID="{AFBA6595-E8D6-48B2-9F61-3ABC5A9090F3}" presName="connectorText" presStyleLbl="sibTrans2D1" presStyleIdx="10" presStyleCnt="11"/>
      <dgm:spPr/>
    </dgm:pt>
    <dgm:pt modelId="{6ABDB9E2-04A0-4EC9-9A14-C81997340B7E}" type="pres">
      <dgm:prSet presAssocID="{2D7D0D96-FEA2-47D4-918B-3DF713D9164F}" presName="node" presStyleLbl="node1" presStyleIdx="11" presStyleCnt="12">
        <dgm:presLayoutVars>
          <dgm:bulletEnabled val="1"/>
        </dgm:presLayoutVars>
      </dgm:prSet>
      <dgm:spPr/>
    </dgm:pt>
  </dgm:ptLst>
  <dgm:cxnLst>
    <dgm:cxn modelId="{0FE32C04-B8C6-4834-A840-689B6FAEB851}" srcId="{456DC58F-6713-4B52-8ED4-2DA37DBB2F7C}" destId="{1291AC72-4D42-4512-BDD5-A08BBC006004}" srcOrd="1" destOrd="0" parTransId="{CBAED1AE-1150-4E1F-AEE3-AA064C7AA200}" sibTransId="{F5B4601E-D37F-4665-91E6-257697145EFB}"/>
    <dgm:cxn modelId="{C3148C06-95E8-4AE0-B416-F588BD1F2B21}" type="presOf" srcId="{22196440-AFAF-42A2-9861-43FCB9BD5556}" destId="{ED22DAD8-5DEA-4473-A149-7655FD696DD7}" srcOrd="1" destOrd="0" presId="urn:microsoft.com/office/officeart/2005/8/layout/process5"/>
    <dgm:cxn modelId="{FCC3901F-A12A-437E-8F6D-437C7EFC60C6}" type="presOf" srcId="{9C27020B-88D3-41D2-BAEC-B9B2012AA175}" destId="{2E409723-1C2F-4594-9298-70110EC2FFA8}" srcOrd="1" destOrd="0" presId="urn:microsoft.com/office/officeart/2005/8/layout/process5"/>
    <dgm:cxn modelId="{DBE9D023-FB73-4D28-9FDE-732BA0F39929}" srcId="{456DC58F-6713-4B52-8ED4-2DA37DBB2F7C}" destId="{FD3FC114-12BF-4242-9570-86365C0FD497}" srcOrd="5" destOrd="0" parTransId="{FCF6465B-3E5F-40E4-964C-64AB81517305}" sibTransId="{9C27020B-88D3-41D2-BAEC-B9B2012AA175}"/>
    <dgm:cxn modelId="{B269B727-DD7E-46AC-A375-EEC131EF21B4}" type="presOf" srcId="{9C27020B-88D3-41D2-BAEC-B9B2012AA175}" destId="{3A75DB69-4A33-49AD-9FDB-CFD3F9CEB223}" srcOrd="0" destOrd="0" presId="urn:microsoft.com/office/officeart/2005/8/layout/process5"/>
    <dgm:cxn modelId="{D4489129-2778-49DA-B266-E380FB638022}" type="presOf" srcId="{DE5A715F-E03A-42E7-9B08-F01A16DB7BA4}" destId="{06994C31-449A-406A-B9EB-0EAABB7F4FED}" srcOrd="0" destOrd="0" presId="urn:microsoft.com/office/officeart/2005/8/layout/process5"/>
    <dgm:cxn modelId="{234B8C2B-FE0C-4ABF-8B0F-E3768406FD4C}" srcId="{456DC58F-6713-4B52-8ED4-2DA37DBB2F7C}" destId="{08E258C6-6683-48CA-AB58-49CD69E635B9}" srcOrd="0" destOrd="0" parTransId="{9EB8B9ED-B712-4B6D-891A-E8AEC72527DF}" sibTransId="{2BD437F9-C3D0-405C-8EEF-62F54F2F595A}"/>
    <dgm:cxn modelId="{AE259141-F2CE-47EA-999E-5C90993B254A}" type="presOf" srcId="{70BF9977-2C4B-4671-8CB9-9AC6BD0BAE91}" destId="{1AD46BB2-832D-45D2-A78E-A5044768F767}" srcOrd="0" destOrd="0" presId="urn:microsoft.com/office/officeart/2005/8/layout/process5"/>
    <dgm:cxn modelId="{D996D861-5119-457C-B4FE-DA7574D48C25}" type="presOf" srcId="{83EEB842-CF19-4AE7-8818-E91A830F6FB9}" destId="{9989E9E4-A5A5-47EA-AEDA-9DFBE90B3494}" srcOrd="0" destOrd="0" presId="urn:microsoft.com/office/officeart/2005/8/layout/process5"/>
    <dgm:cxn modelId="{07956163-5D0F-491D-91D0-8AFB7B6157D8}" type="presOf" srcId="{456DC58F-6713-4B52-8ED4-2DA37DBB2F7C}" destId="{DA5FBA42-9894-43C6-AD74-6BF626C272E0}" srcOrd="0" destOrd="0" presId="urn:microsoft.com/office/officeart/2005/8/layout/process5"/>
    <dgm:cxn modelId="{09AD3864-6F79-4899-86B6-53BA86339F09}" srcId="{456DC58F-6713-4B52-8ED4-2DA37DBB2F7C}" destId="{DB7635D6-5889-44FB-BD0C-58C163C1CAC8}" srcOrd="8" destOrd="0" parTransId="{266F80DC-5B35-46C6-8D7C-5A00FE378E07}" sibTransId="{22196440-AFAF-42A2-9861-43FCB9BD5556}"/>
    <dgm:cxn modelId="{AD792A48-9EB4-48A4-BB4E-B624AF53135D}" srcId="{456DC58F-6713-4B52-8ED4-2DA37DBB2F7C}" destId="{494604FB-88EE-4815-A719-111C81E3DA91}" srcOrd="4" destOrd="0" parTransId="{18368FF1-52C9-4143-9AD5-B5EFE155ED86}" sibTransId="{B53F4D37-8857-4BF3-BE0D-49F8BED3E7FF}"/>
    <dgm:cxn modelId="{67976D69-AB62-483C-92C0-6BAA99BA1094}" type="presOf" srcId="{2D7D0D96-FEA2-47D4-918B-3DF713D9164F}" destId="{6ABDB9E2-04A0-4EC9-9A14-C81997340B7E}" srcOrd="0" destOrd="0" presId="urn:microsoft.com/office/officeart/2005/8/layout/process5"/>
    <dgm:cxn modelId="{A258216B-BE1C-4D16-930A-C0A557E841A2}" type="presOf" srcId="{B6A77156-E1AA-4D92-A360-3C871943D915}" destId="{02E4C9B5-EDF0-4953-84AB-BAF66BBD8630}" srcOrd="0" destOrd="0" presId="urn:microsoft.com/office/officeart/2005/8/layout/process5"/>
    <dgm:cxn modelId="{2ADCDD6B-6B3F-48FF-B227-63167E8FA320}" type="presOf" srcId="{F5B4601E-D37F-4665-91E6-257697145EFB}" destId="{FE03FC34-EE95-4383-84AE-C7FE45156422}" srcOrd="1" destOrd="0" presId="urn:microsoft.com/office/officeart/2005/8/layout/process5"/>
    <dgm:cxn modelId="{F600684C-3204-4C6F-A0E5-A82B46D777CF}" type="presOf" srcId="{494604FB-88EE-4815-A719-111C81E3DA91}" destId="{06BAA349-BA11-4F42-9085-844105A29977}" srcOrd="0" destOrd="0" presId="urn:microsoft.com/office/officeart/2005/8/layout/process5"/>
    <dgm:cxn modelId="{5A04474E-A5AA-4067-AF88-584E5AAD3418}" type="presOf" srcId="{08E258C6-6683-48CA-AB58-49CD69E635B9}" destId="{C461CEF1-6C17-4D22-BA3D-7A413E36EFDF}" srcOrd="0" destOrd="0" presId="urn:microsoft.com/office/officeart/2005/8/layout/process5"/>
    <dgm:cxn modelId="{164F9C4F-CCC3-4BC8-9C9F-DB5A4D0695A1}" srcId="{456DC58F-6713-4B52-8ED4-2DA37DBB2F7C}" destId="{F8696C0F-AA42-4234-9A0D-16AEA29644D0}" srcOrd="3" destOrd="0" parTransId="{D1EF4360-F4CF-4186-BD14-22B887BC6D94}" sibTransId="{B6A77156-E1AA-4D92-A360-3C871943D915}"/>
    <dgm:cxn modelId="{DA465051-236B-48CC-A17C-2159A48B1BCE}" type="presOf" srcId="{B53F4D37-8857-4BF3-BE0D-49F8BED3E7FF}" destId="{3A66C071-758D-4EC5-B5D6-CF713CF107FE}" srcOrd="0" destOrd="0" presId="urn:microsoft.com/office/officeart/2005/8/layout/process5"/>
    <dgm:cxn modelId="{898C6757-0C65-4F02-8C21-BCF2D21A40C3}" srcId="{456DC58F-6713-4B52-8ED4-2DA37DBB2F7C}" destId="{526A0EB6-909E-4F9F-9746-E332D7CFF7E2}" srcOrd="6" destOrd="0" parTransId="{CC8DA9A2-2290-4338-BB2D-178F9463E8B4}" sibTransId="{70BF9977-2C4B-4671-8CB9-9AC6BD0BAE91}"/>
    <dgm:cxn modelId="{C8F85159-09F6-4F4B-8B43-51D654118016}" type="presOf" srcId="{2BD437F9-C3D0-405C-8EEF-62F54F2F595A}" destId="{99364F78-B3D2-481C-8AEC-34BCAB4318C2}" srcOrd="0" destOrd="0" presId="urn:microsoft.com/office/officeart/2005/8/layout/process5"/>
    <dgm:cxn modelId="{613CDE59-8B1B-4392-BF67-D37C903EA8AE}" type="presOf" srcId="{70BF9977-2C4B-4671-8CB9-9AC6BD0BAE91}" destId="{2D13F61C-5A82-4EE6-BC6A-7E3BCFE359F8}" srcOrd="1" destOrd="0" presId="urn:microsoft.com/office/officeart/2005/8/layout/process5"/>
    <dgm:cxn modelId="{9F8B3A5A-1B46-439C-92E8-2ED4A11DCD7B}" type="presOf" srcId="{E315F2C2-0574-43CA-B66A-C27AD84CFFBF}" destId="{81323ECA-4303-45B0-B097-EAD6384E8801}" srcOrd="0" destOrd="0" presId="urn:microsoft.com/office/officeart/2005/8/layout/process5"/>
    <dgm:cxn modelId="{A420797C-9D1F-4FC4-A729-C48B10C2F9D4}" type="presOf" srcId="{9CB3B5FF-B5E5-471F-98DC-0D08F40C194A}" destId="{F98B7AE1-2E7B-4B9D-8AF7-ECE73B5F94A5}" srcOrd="0" destOrd="0" presId="urn:microsoft.com/office/officeart/2005/8/layout/process5"/>
    <dgm:cxn modelId="{3B57577E-419F-4981-997E-3E1D1B625347}" srcId="{456DC58F-6713-4B52-8ED4-2DA37DBB2F7C}" destId="{2D7D0D96-FEA2-47D4-918B-3DF713D9164F}" srcOrd="11" destOrd="0" parTransId="{848E48EA-D079-4A68-91E6-957895C3371A}" sibTransId="{73AB3258-A866-49AA-AB03-5E94C2A09149}"/>
    <dgm:cxn modelId="{A6007E82-47DC-4002-9784-2AEC27AD0104}" type="presOf" srcId="{2BD437F9-C3D0-405C-8EEF-62F54F2F595A}" destId="{958C72E0-A33B-4B04-AC91-B92CA9A0827F}" srcOrd="1" destOrd="0" presId="urn:microsoft.com/office/officeart/2005/8/layout/process5"/>
    <dgm:cxn modelId="{A11B3A83-4615-4096-80A2-347FDD2B6DFC}" type="presOf" srcId="{B6A77156-E1AA-4D92-A360-3C871943D915}" destId="{984B6131-767B-4612-80EE-ADA0976F0128}" srcOrd="1" destOrd="0" presId="urn:microsoft.com/office/officeart/2005/8/layout/process5"/>
    <dgm:cxn modelId="{10553D89-DB10-4C7E-8806-220F327DAF6D}" type="presOf" srcId="{E315F2C2-0574-43CA-B66A-C27AD84CFFBF}" destId="{1A7B301C-5A9B-4EB3-A1FB-25673802F16C}" srcOrd="1" destOrd="0" presId="urn:microsoft.com/office/officeart/2005/8/layout/process5"/>
    <dgm:cxn modelId="{A20D62A1-56F6-4706-AA82-DDC07E26EA67}" type="presOf" srcId="{78165CE4-FBF2-453C-9FD4-E3BB13CC22B6}" destId="{A2D3D490-2348-4676-8179-C3FAE7077096}" srcOrd="0" destOrd="0" presId="urn:microsoft.com/office/officeart/2005/8/layout/process5"/>
    <dgm:cxn modelId="{3F856DA5-4E44-4B63-B9A3-8F2171D2AA8A}" type="presOf" srcId="{AFBA6595-E8D6-48B2-9F61-3ABC5A9090F3}" destId="{C395E27D-BEA5-4E57-8EFA-03D8010ABC62}" srcOrd="1" destOrd="0" presId="urn:microsoft.com/office/officeart/2005/8/layout/process5"/>
    <dgm:cxn modelId="{55517BA6-B856-4F71-ADF7-A755D755AFC9}" type="presOf" srcId="{F5B4601E-D37F-4665-91E6-257697145EFB}" destId="{2F1BE5EF-80DD-4BCA-A651-E775449F6B89}" srcOrd="0" destOrd="0" presId="urn:microsoft.com/office/officeart/2005/8/layout/process5"/>
    <dgm:cxn modelId="{51737DA8-4351-42DC-A3AD-548F1F933A49}" type="presOf" srcId="{22196440-AFAF-42A2-9861-43FCB9BD5556}" destId="{5B41EA4D-5FF4-47BE-8A49-C1F0B3258B30}" srcOrd="0" destOrd="0" presId="urn:microsoft.com/office/officeart/2005/8/layout/process5"/>
    <dgm:cxn modelId="{ACD365AA-0C5A-436E-BA0A-6C6E1296420D}" type="presOf" srcId="{053CC9FC-FC15-47C4-9129-E305DFAA65B4}" destId="{BB5E9F20-F0C5-4A0B-A520-244D9656CB9F}" srcOrd="1" destOrd="0" presId="urn:microsoft.com/office/officeart/2005/8/layout/process5"/>
    <dgm:cxn modelId="{6B35C1B1-2C84-421E-A761-4A14C1AD3FB7}" type="presOf" srcId="{83EEB842-CF19-4AE7-8818-E91A830F6FB9}" destId="{534EE562-0A5D-459F-BB6A-63F9F72BE9AD}" srcOrd="1" destOrd="0" presId="urn:microsoft.com/office/officeart/2005/8/layout/process5"/>
    <dgm:cxn modelId="{05B1D2B6-6F31-4128-B9A4-A936DCECED8E}" srcId="{456DC58F-6713-4B52-8ED4-2DA37DBB2F7C}" destId="{C5E18197-0498-48AF-A000-9AEDF0E2DA0F}" srcOrd="2" destOrd="0" parTransId="{DF7B39CA-4FA7-4C9A-9E9C-FAE5B91209E0}" sibTransId="{E315F2C2-0574-43CA-B66A-C27AD84CFFBF}"/>
    <dgm:cxn modelId="{C3A782C8-7E96-4A0F-8504-24FFC80CC511}" type="presOf" srcId="{1291AC72-4D42-4512-BDD5-A08BBC006004}" destId="{DC8C7246-951F-4C62-9C45-B9C2331656FD}" srcOrd="0" destOrd="0" presId="urn:microsoft.com/office/officeart/2005/8/layout/process5"/>
    <dgm:cxn modelId="{B283A4CB-4A08-419A-844E-31BE9010A886}" type="presOf" srcId="{C5E18197-0498-48AF-A000-9AEDF0E2DA0F}" destId="{8F69205D-354B-473F-A2F7-8A2BF056C627}" srcOrd="0" destOrd="0" presId="urn:microsoft.com/office/officeart/2005/8/layout/process5"/>
    <dgm:cxn modelId="{180ED1DF-40E4-49CD-B128-849C4938746D}" type="presOf" srcId="{F8696C0F-AA42-4234-9A0D-16AEA29644D0}" destId="{8AF0EB1C-019F-4E1A-B074-0BBD00F0954E}" srcOrd="0" destOrd="0" presId="urn:microsoft.com/office/officeart/2005/8/layout/process5"/>
    <dgm:cxn modelId="{A9AC70E0-CD14-4EFC-9BCE-02CCF2E3E339}" srcId="{456DC58F-6713-4B52-8ED4-2DA37DBB2F7C}" destId="{DE5A715F-E03A-42E7-9B08-F01A16DB7BA4}" srcOrd="10" destOrd="0" parTransId="{992F2230-EB54-45AD-A42E-5619DE4FBBF2}" sibTransId="{AFBA6595-E8D6-48B2-9F61-3ABC5A9090F3}"/>
    <dgm:cxn modelId="{14BEE7E1-AE6A-4844-8E1F-570A68181C1E}" srcId="{456DC58F-6713-4B52-8ED4-2DA37DBB2F7C}" destId="{9CB3B5FF-B5E5-471F-98DC-0D08F40C194A}" srcOrd="9" destOrd="0" parTransId="{9C85CD8F-90BC-44F0-B2DE-255A4DD996A1}" sibTransId="{053CC9FC-FC15-47C4-9129-E305DFAA65B4}"/>
    <dgm:cxn modelId="{63F64FEB-3D51-4C5D-B09A-A35A98EF622D}" type="presOf" srcId="{B53F4D37-8857-4BF3-BE0D-49F8BED3E7FF}" destId="{BC45BADE-FCAF-4D00-835A-80796AD06CDA}" srcOrd="1" destOrd="0" presId="urn:microsoft.com/office/officeart/2005/8/layout/process5"/>
    <dgm:cxn modelId="{64C5A9EB-FDB5-4EE9-9259-1FB5B669ED73}" srcId="{456DC58F-6713-4B52-8ED4-2DA37DBB2F7C}" destId="{78165CE4-FBF2-453C-9FD4-E3BB13CC22B6}" srcOrd="7" destOrd="0" parTransId="{C1A31ADD-1FC2-4BC6-A684-A1B6A8FB4228}" sibTransId="{83EEB842-CF19-4AE7-8818-E91A830F6FB9}"/>
    <dgm:cxn modelId="{EF14A5F0-02F7-45E6-B357-7A61B6DE5128}" type="presOf" srcId="{053CC9FC-FC15-47C4-9129-E305DFAA65B4}" destId="{320709ED-E896-49F3-B17F-716309BE6FA9}" srcOrd="0" destOrd="0" presId="urn:microsoft.com/office/officeart/2005/8/layout/process5"/>
    <dgm:cxn modelId="{DC90AFF2-FD9E-485E-9B75-EA4FF89B10F1}" type="presOf" srcId="{FD3FC114-12BF-4242-9570-86365C0FD497}" destId="{08611EA4-F6FC-4A55-89E7-AF5F15597123}" srcOrd="0" destOrd="0" presId="urn:microsoft.com/office/officeart/2005/8/layout/process5"/>
    <dgm:cxn modelId="{4D9E8EFA-5605-419B-8FAB-12F9364CCB92}" type="presOf" srcId="{AFBA6595-E8D6-48B2-9F61-3ABC5A9090F3}" destId="{A1216B19-F050-4D99-964A-D1E5B5543AEA}" srcOrd="0" destOrd="0" presId="urn:microsoft.com/office/officeart/2005/8/layout/process5"/>
    <dgm:cxn modelId="{67A030FB-D506-4D8D-ACA9-8756F864EDFC}" type="presOf" srcId="{DB7635D6-5889-44FB-BD0C-58C163C1CAC8}" destId="{5B6E9EAA-C5A3-47B0-991F-575A6B721820}" srcOrd="0" destOrd="0" presId="urn:microsoft.com/office/officeart/2005/8/layout/process5"/>
    <dgm:cxn modelId="{DD57A4FC-C48D-41F7-AB0B-351CCEF52640}" type="presOf" srcId="{526A0EB6-909E-4F9F-9746-E332D7CFF7E2}" destId="{79FC0F6A-C4C9-4C63-A9C5-17A4B2A6E226}" srcOrd="0" destOrd="0" presId="urn:microsoft.com/office/officeart/2005/8/layout/process5"/>
    <dgm:cxn modelId="{4D8EBD03-2475-4EE9-B5B6-DB907E9A4F8C}" type="presParOf" srcId="{DA5FBA42-9894-43C6-AD74-6BF626C272E0}" destId="{C461CEF1-6C17-4D22-BA3D-7A413E36EFDF}" srcOrd="0" destOrd="0" presId="urn:microsoft.com/office/officeart/2005/8/layout/process5"/>
    <dgm:cxn modelId="{A18510C4-5940-437F-836C-78B7F0D542DE}" type="presParOf" srcId="{DA5FBA42-9894-43C6-AD74-6BF626C272E0}" destId="{99364F78-B3D2-481C-8AEC-34BCAB4318C2}" srcOrd="1" destOrd="0" presId="urn:microsoft.com/office/officeart/2005/8/layout/process5"/>
    <dgm:cxn modelId="{8FCA7954-769E-4F6E-A90F-86468E51D5F8}" type="presParOf" srcId="{99364F78-B3D2-481C-8AEC-34BCAB4318C2}" destId="{958C72E0-A33B-4B04-AC91-B92CA9A0827F}" srcOrd="0" destOrd="0" presId="urn:microsoft.com/office/officeart/2005/8/layout/process5"/>
    <dgm:cxn modelId="{8557CE8C-B64B-4799-B410-C55EE09A5919}" type="presParOf" srcId="{DA5FBA42-9894-43C6-AD74-6BF626C272E0}" destId="{DC8C7246-951F-4C62-9C45-B9C2331656FD}" srcOrd="2" destOrd="0" presId="urn:microsoft.com/office/officeart/2005/8/layout/process5"/>
    <dgm:cxn modelId="{79913282-184E-49EE-9659-549BD3F41AE3}" type="presParOf" srcId="{DA5FBA42-9894-43C6-AD74-6BF626C272E0}" destId="{2F1BE5EF-80DD-4BCA-A651-E775449F6B89}" srcOrd="3" destOrd="0" presId="urn:microsoft.com/office/officeart/2005/8/layout/process5"/>
    <dgm:cxn modelId="{637ABE02-20BA-4CC2-BD91-3B7EA79117B4}" type="presParOf" srcId="{2F1BE5EF-80DD-4BCA-A651-E775449F6B89}" destId="{FE03FC34-EE95-4383-84AE-C7FE45156422}" srcOrd="0" destOrd="0" presId="urn:microsoft.com/office/officeart/2005/8/layout/process5"/>
    <dgm:cxn modelId="{BD10CA74-2F7B-41B6-B5C5-733EEBC7F2F0}" type="presParOf" srcId="{DA5FBA42-9894-43C6-AD74-6BF626C272E0}" destId="{8F69205D-354B-473F-A2F7-8A2BF056C627}" srcOrd="4" destOrd="0" presId="urn:microsoft.com/office/officeart/2005/8/layout/process5"/>
    <dgm:cxn modelId="{8FBCB7B7-8DCF-4AD2-98F4-B4A024F6AB48}" type="presParOf" srcId="{DA5FBA42-9894-43C6-AD74-6BF626C272E0}" destId="{81323ECA-4303-45B0-B097-EAD6384E8801}" srcOrd="5" destOrd="0" presId="urn:microsoft.com/office/officeart/2005/8/layout/process5"/>
    <dgm:cxn modelId="{0B967888-453F-4093-B96E-944739D1CF4F}" type="presParOf" srcId="{81323ECA-4303-45B0-B097-EAD6384E8801}" destId="{1A7B301C-5A9B-4EB3-A1FB-25673802F16C}" srcOrd="0" destOrd="0" presId="urn:microsoft.com/office/officeart/2005/8/layout/process5"/>
    <dgm:cxn modelId="{426E7082-D6A8-4B65-AFB4-D1929EF4A8E3}" type="presParOf" srcId="{DA5FBA42-9894-43C6-AD74-6BF626C272E0}" destId="{8AF0EB1C-019F-4E1A-B074-0BBD00F0954E}" srcOrd="6" destOrd="0" presId="urn:microsoft.com/office/officeart/2005/8/layout/process5"/>
    <dgm:cxn modelId="{676E7156-22FE-4F78-98C3-9724CDC3623C}" type="presParOf" srcId="{DA5FBA42-9894-43C6-AD74-6BF626C272E0}" destId="{02E4C9B5-EDF0-4953-84AB-BAF66BBD8630}" srcOrd="7" destOrd="0" presId="urn:microsoft.com/office/officeart/2005/8/layout/process5"/>
    <dgm:cxn modelId="{AFA615D4-5D53-47FF-B6A8-E65594528839}" type="presParOf" srcId="{02E4C9B5-EDF0-4953-84AB-BAF66BBD8630}" destId="{984B6131-767B-4612-80EE-ADA0976F0128}" srcOrd="0" destOrd="0" presId="urn:microsoft.com/office/officeart/2005/8/layout/process5"/>
    <dgm:cxn modelId="{CB520D57-F258-4343-BF63-DDF2C881DD3A}" type="presParOf" srcId="{DA5FBA42-9894-43C6-AD74-6BF626C272E0}" destId="{06BAA349-BA11-4F42-9085-844105A29977}" srcOrd="8" destOrd="0" presId="urn:microsoft.com/office/officeart/2005/8/layout/process5"/>
    <dgm:cxn modelId="{E9ABC530-A35D-4F60-9342-E141B0FA3510}" type="presParOf" srcId="{DA5FBA42-9894-43C6-AD74-6BF626C272E0}" destId="{3A66C071-758D-4EC5-B5D6-CF713CF107FE}" srcOrd="9" destOrd="0" presId="urn:microsoft.com/office/officeart/2005/8/layout/process5"/>
    <dgm:cxn modelId="{8BB3CDE0-E2B9-49DC-93EF-CD697334CB2F}" type="presParOf" srcId="{3A66C071-758D-4EC5-B5D6-CF713CF107FE}" destId="{BC45BADE-FCAF-4D00-835A-80796AD06CDA}" srcOrd="0" destOrd="0" presId="urn:microsoft.com/office/officeart/2005/8/layout/process5"/>
    <dgm:cxn modelId="{B5647048-07CC-4F4B-97AE-0CC8F0766456}" type="presParOf" srcId="{DA5FBA42-9894-43C6-AD74-6BF626C272E0}" destId="{08611EA4-F6FC-4A55-89E7-AF5F15597123}" srcOrd="10" destOrd="0" presId="urn:microsoft.com/office/officeart/2005/8/layout/process5"/>
    <dgm:cxn modelId="{4556A359-D32B-45E6-83A1-02068CBA4B14}" type="presParOf" srcId="{DA5FBA42-9894-43C6-AD74-6BF626C272E0}" destId="{3A75DB69-4A33-49AD-9FDB-CFD3F9CEB223}" srcOrd="11" destOrd="0" presId="urn:microsoft.com/office/officeart/2005/8/layout/process5"/>
    <dgm:cxn modelId="{9BC4DECE-CAE6-4768-86B2-E2CDB22A9F61}" type="presParOf" srcId="{3A75DB69-4A33-49AD-9FDB-CFD3F9CEB223}" destId="{2E409723-1C2F-4594-9298-70110EC2FFA8}" srcOrd="0" destOrd="0" presId="urn:microsoft.com/office/officeart/2005/8/layout/process5"/>
    <dgm:cxn modelId="{236CCD99-A9E7-43B7-B2B1-ACF8B563BB70}" type="presParOf" srcId="{DA5FBA42-9894-43C6-AD74-6BF626C272E0}" destId="{79FC0F6A-C4C9-4C63-A9C5-17A4B2A6E226}" srcOrd="12" destOrd="0" presId="urn:microsoft.com/office/officeart/2005/8/layout/process5"/>
    <dgm:cxn modelId="{E76852F7-CD23-461C-A587-57CBA262D695}" type="presParOf" srcId="{DA5FBA42-9894-43C6-AD74-6BF626C272E0}" destId="{1AD46BB2-832D-45D2-A78E-A5044768F767}" srcOrd="13" destOrd="0" presId="urn:microsoft.com/office/officeart/2005/8/layout/process5"/>
    <dgm:cxn modelId="{8DEB76CE-C8B4-4626-9786-352B3D78FD2C}" type="presParOf" srcId="{1AD46BB2-832D-45D2-A78E-A5044768F767}" destId="{2D13F61C-5A82-4EE6-BC6A-7E3BCFE359F8}" srcOrd="0" destOrd="0" presId="urn:microsoft.com/office/officeart/2005/8/layout/process5"/>
    <dgm:cxn modelId="{69810F7E-15F0-4697-8634-062782F6C34D}" type="presParOf" srcId="{DA5FBA42-9894-43C6-AD74-6BF626C272E0}" destId="{A2D3D490-2348-4676-8179-C3FAE7077096}" srcOrd="14" destOrd="0" presId="urn:microsoft.com/office/officeart/2005/8/layout/process5"/>
    <dgm:cxn modelId="{89F4F6D6-BC85-4BF4-9BF7-16E2AF96EC5D}" type="presParOf" srcId="{DA5FBA42-9894-43C6-AD74-6BF626C272E0}" destId="{9989E9E4-A5A5-47EA-AEDA-9DFBE90B3494}" srcOrd="15" destOrd="0" presId="urn:microsoft.com/office/officeart/2005/8/layout/process5"/>
    <dgm:cxn modelId="{0CCB164F-5AE5-4E59-86CD-F313BE5B76D2}" type="presParOf" srcId="{9989E9E4-A5A5-47EA-AEDA-9DFBE90B3494}" destId="{534EE562-0A5D-459F-BB6A-63F9F72BE9AD}" srcOrd="0" destOrd="0" presId="urn:microsoft.com/office/officeart/2005/8/layout/process5"/>
    <dgm:cxn modelId="{5C255013-3B27-4A6F-8C10-7BB004A79051}" type="presParOf" srcId="{DA5FBA42-9894-43C6-AD74-6BF626C272E0}" destId="{5B6E9EAA-C5A3-47B0-991F-575A6B721820}" srcOrd="16" destOrd="0" presId="urn:microsoft.com/office/officeart/2005/8/layout/process5"/>
    <dgm:cxn modelId="{947371CD-5A61-42B6-B9BF-2B079F4AB1A8}" type="presParOf" srcId="{DA5FBA42-9894-43C6-AD74-6BF626C272E0}" destId="{5B41EA4D-5FF4-47BE-8A49-C1F0B3258B30}" srcOrd="17" destOrd="0" presId="urn:microsoft.com/office/officeart/2005/8/layout/process5"/>
    <dgm:cxn modelId="{6231B34A-CCE9-4E2B-BFA8-2F5D01319FF9}" type="presParOf" srcId="{5B41EA4D-5FF4-47BE-8A49-C1F0B3258B30}" destId="{ED22DAD8-5DEA-4473-A149-7655FD696DD7}" srcOrd="0" destOrd="0" presId="urn:microsoft.com/office/officeart/2005/8/layout/process5"/>
    <dgm:cxn modelId="{5BBDB881-A9A7-4F31-81C8-03EA7721FD78}" type="presParOf" srcId="{DA5FBA42-9894-43C6-AD74-6BF626C272E0}" destId="{F98B7AE1-2E7B-4B9D-8AF7-ECE73B5F94A5}" srcOrd="18" destOrd="0" presId="urn:microsoft.com/office/officeart/2005/8/layout/process5"/>
    <dgm:cxn modelId="{D203FB0A-0375-4A6A-9CF2-15C023D22594}" type="presParOf" srcId="{DA5FBA42-9894-43C6-AD74-6BF626C272E0}" destId="{320709ED-E896-49F3-B17F-716309BE6FA9}" srcOrd="19" destOrd="0" presId="urn:microsoft.com/office/officeart/2005/8/layout/process5"/>
    <dgm:cxn modelId="{B1D98DD2-C121-42BB-B393-5FEC47BC104B}" type="presParOf" srcId="{320709ED-E896-49F3-B17F-716309BE6FA9}" destId="{BB5E9F20-F0C5-4A0B-A520-244D9656CB9F}" srcOrd="0" destOrd="0" presId="urn:microsoft.com/office/officeart/2005/8/layout/process5"/>
    <dgm:cxn modelId="{65323056-3C2C-458D-B60A-AA7501589057}" type="presParOf" srcId="{DA5FBA42-9894-43C6-AD74-6BF626C272E0}" destId="{06994C31-449A-406A-B9EB-0EAABB7F4FED}" srcOrd="20" destOrd="0" presId="urn:microsoft.com/office/officeart/2005/8/layout/process5"/>
    <dgm:cxn modelId="{87BBE14D-4D6B-4D45-87EB-9CF87FE6B8B3}" type="presParOf" srcId="{DA5FBA42-9894-43C6-AD74-6BF626C272E0}" destId="{A1216B19-F050-4D99-964A-D1E5B5543AEA}" srcOrd="21" destOrd="0" presId="urn:microsoft.com/office/officeart/2005/8/layout/process5"/>
    <dgm:cxn modelId="{480DA3C5-EE98-4077-86B2-6EFCE2F775B4}" type="presParOf" srcId="{A1216B19-F050-4D99-964A-D1E5B5543AEA}" destId="{C395E27D-BEA5-4E57-8EFA-03D8010ABC62}" srcOrd="0" destOrd="0" presId="urn:microsoft.com/office/officeart/2005/8/layout/process5"/>
    <dgm:cxn modelId="{09113471-57AD-43F5-8132-97BF2E799F8C}" type="presParOf" srcId="{DA5FBA42-9894-43C6-AD74-6BF626C272E0}" destId="{6ABDB9E2-04A0-4EC9-9A14-C81997340B7E}" srcOrd="2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61CEF1-6C17-4D22-BA3D-7A413E36EFDF}">
      <dsp:nvSpPr>
        <dsp:cNvPr id="0" name=""/>
        <dsp:cNvSpPr/>
      </dsp:nvSpPr>
      <dsp:spPr>
        <a:xfrm>
          <a:off x="3038" y="559009"/>
          <a:ext cx="1328454" cy="797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1. Convert ROS message → PCL point cloud</a:t>
          </a:r>
        </a:p>
      </dsp:txBody>
      <dsp:txXfrm>
        <a:off x="26383" y="582354"/>
        <a:ext cx="1281764" cy="750382"/>
      </dsp:txXfrm>
    </dsp:sp>
    <dsp:sp modelId="{99364F78-B3D2-481C-8AEC-34BCAB4318C2}">
      <dsp:nvSpPr>
        <dsp:cNvPr id="0" name=""/>
        <dsp:cNvSpPr/>
      </dsp:nvSpPr>
      <dsp:spPr>
        <a:xfrm>
          <a:off x="1448396" y="792817"/>
          <a:ext cx="281632" cy="3294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448396" y="858708"/>
        <a:ext cx="197142" cy="197674"/>
      </dsp:txXfrm>
    </dsp:sp>
    <dsp:sp modelId="{DC8C7246-951F-4C62-9C45-B9C2331656FD}">
      <dsp:nvSpPr>
        <dsp:cNvPr id="0" name=""/>
        <dsp:cNvSpPr/>
      </dsp:nvSpPr>
      <dsp:spPr>
        <a:xfrm>
          <a:off x="1862874" y="559009"/>
          <a:ext cx="1328454" cy="797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2. Voxel-downsampling</a:t>
          </a:r>
        </a:p>
      </dsp:txBody>
      <dsp:txXfrm>
        <a:off x="1886219" y="582354"/>
        <a:ext cx="1281764" cy="750382"/>
      </dsp:txXfrm>
    </dsp:sp>
    <dsp:sp modelId="{2F1BE5EF-80DD-4BCA-A651-E775449F6B89}">
      <dsp:nvSpPr>
        <dsp:cNvPr id="0" name=""/>
        <dsp:cNvSpPr/>
      </dsp:nvSpPr>
      <dsp:spPr>
        <a:xfrm>
          <a:off x="3308232" y="792817"/>
          <a:ext cx="281632" cy="3294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3308232" y="858708"/>
        <a:ext cx="197142" cy="197674"/>
      </dsp:txXfrm>
    </dsp:sp>
    <dsp:sp modelId="{8F69205D-354B-473F-A2F7-8A2BF056C627}">
      <dsp:nvSpPr>
        <dsp:cNvPr id="0" name=""/>
        <dsp:cNvSpPr/>
      </dsp:nvSpPr>
      <dsp:spPr>
        <a:xfrm>
          <a:off x="3722709" y="559009"/>
          <a:ext cx="1328454" cy="797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3. Range filter (remove too-near / too-far points)</a:t>
          </a:r>
        </a:p>
      </dsp:txBody>
      <dsp:txXfrm>
        <a:off x="3746054" y="582354"/>
        <a:ext cx="1281764" cy="750382"/>
      </dsp:txXfrm>
    </dsp:sp>
    <dsp:sp modelId="{81323ECA-4303-45B0-B097-EAD6384E8801}">
      <dsp:nvSpPr>
        <dsp:cNvPr id="0" name=""/>
        <dsp:cNvSpPr/>
      </dsp:nvSpPr>
      <dsp:spPr>
        <a:xfrm>
          <a:off x="5168067" y="792817"/>
          <a:ext cx="281632" cy="3294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5168067" y="858708"/>
        <a:ext cx="197142" cy="197674"/>
      </dsp:txXfrm>
    </dsp:sp>
    <dsp:sp modelId="{8AF0EB1C-019F-4E1A-B074-0BBD00F0954E}">
      <dsp:nvSpPr>
        <dsp:cNvPr id="0" name=""/>
        <dsp:cNvSpPr/>
      </dsp:nvSpPr>
      <dsp:spPr>
        <a:xfrm>
          <a:off x="5582545" y="559009"/>
          <a:ext cx="1328454" cy="797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4. Hard cap on point count (random subsample)</a:t>
          </a:r>
        </a:p>
      </dsp:txBody>
      <dsp:txXfrm>
        <a:off x="5605890" y="582354"/>
        <a:ext cx="1281764" cy="750382"/>
      </dsp:txXfrm>
    </dsp:sp>
    <dsp:sp modelId="{02E4C9B5-EDF0-4953-84AB-BAF66BBD8630}">
      <dsp:nvSpPr>
        <dsp:cNvPr id="0" name=""/>
        <dsp:cNvSpPr/>
      </dsp:nvSpPr>
      <dsp:spPr>
        <a:xfrm rot="5400000">
          <a:off x="6105956" y="1449073"/>
          <a:ext cx="281632" cy="3294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6147935" y="1472985"/>
        <a:ext cx="197674" cy="197142"/>
      </dsp:txXfrm>
    </dsp:sp>
    <dsp:sp modelId="{06BAA349-BA11-4F42-9085-844105A29977}">
      <dsp:nvSpPr>
        <dsp:cNvPr id="0" name=""/>
        <dsp:cNvSpPr/>
      </dsp:nvSpPr>
      <dsp:spPr>
        <a:xfrm>
          <a:off x="5582545" y="1887463"/>
          <a:ext cx="1328454" cy="797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5. Bootstrap check — first frame seeds the map</a:t>
          </a:r>
        </a:p>
      </dsp:txBody>
      <dsp:txXfrm>
        <a:off x="5605890" y="1910808"/>
        <a:ext cx="1281764" cy="750382"/>
      </dsp:txXfrm>
    </dsp:sp>
    <dsp:sp modelId="{3A66C071-758D-4EC5-B5D6-CF713CF107FE}">
      <dsp:nvSpPr>
        <dsp:cNvPr id="0" name=""/>
        <dsp:cNvSpPr/>
      </dsp:nvSpPr>
      <dsp:spPr>
        <a:xfrm rot="10800000">
          <a:off x="5184009" y="2121271"/>
          <a:ext cx="281632" cy="3294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5268499" y="2187162"/>
        <a:ext cx="197142" cy="197674"/>
      </dsp:txXfrm>
    </dsp:sp>
    <dsp:sp modelId="{08611EA4-F6FC-4A55-89E7-AF5F15597123}">
      <dsp:nvSpPr>
        <dsp:cNvPr id="0" name=""/>
        <dsp:cNvSpPr/>
      </dsp:nvSpPr>
      <dsp:spPr>
        <a:xfrm>
          <a:off x="3722709" y="1887463"/>
          <a:ext cx="1328454" cy="797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6. Build initial guess from constant-velocity motion prior</a:t>
          </a:r>
        </a:p>
      </dsp:txBody>
      <dsp:txXfrm>
        <a:off x="3746054" y="1910808"/>
        <a:ext cx="1281764" cy="750382"/>
      </dsp:txXfrm>
    </dsp:sp>
    <dsp:sp modelId="{3A75DB69-4A33-49AD-9FDB-CFD3F9CEB223}">
      <dsp:nvSpPr>
        <dsp:cNvPr id="0" name=""/>
        <dsp:cNvSpPr/>
      </dsp:nvSpPr>
      <dsp:spPr>
        <a:xfrm rot="10800000">
          <a:off x="3324173" y="2121271"/>
          <a:ext cx="281632" cy="3294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3408663" y="2187162"/>
        <a:ext cx="197142" cy="197674"/>
      </dsp:txXfrm>
    </dsp:sp>
    <dsp:sp modelId="{79FC0F6A-C4C9-4C63-A9C5-17A4B2A6E226}">
      <dsp:nvSpPr>
        <dsp:cNvPr id="0" name=""/>
        <dsp:cNvSpPr/>
      </dsp:nvSpPr>
      <dsp:spPr>
        <a:xfrm>
          <a:off x="1862874" y="1887463"/>
          <a:ext cx="1328454" cy="797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7. NDT registration (scan-to-map, falls back to scan-to-scan)</a:t>
          </a:r>
        </a:p>
      </dsp:txBody>
      <dsp:txXfrm>
        <a:off x="1886219" y="1910808"/>
        <a:ext cx="1281764" cy="750382"/>
      </dsp:txXfrm>
    </dsp:sp>
    <dsp:sp modelId="{1AD46BB2-832D-45D2-A78E-A5044768F767}">
      <dsp:nvSpPr>
        <dsp:cNvPr id="0" name=""/>
        <dsp:cNvSpPr/>
      </dsp:nvSpPr>
      <dsp:spPr>
        <a:xfrm rot="10800000">
          <a:off x="1464337" y="2121271"/>
          <a:ext cx="281632" cy="3294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1548827" y="2187162"/>
        <a:ext cx="197142" cy="197674"/>
      </dsp:txXfrm>
    </dsp:sp>
    <dsp:sp modelId="{A2D3D490-2348-4676-8179-C3FAE7077096}">
      <dsp:nvSpPr>
        <dsp:cNvPr id="0" name=""/>
        <dsp:cNvSpPr/>
      </dsp:nvSpPr>
      <dsp:spPr>
        <a:xfrm>
          <a:off x="3038" y="1887463"/>
          <a:ext cx="1328454" cy="797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8. Accept or reject based on fitness score</a:t>
          </a:r>
        </a:p>
      </dsp:txBody>
      <dsp:txXfrm>
        <a:off x="26383" y="1910808"/>
        <a:ext cx="1281764" cy="750382"/>
      </dsp:txXfrm>
    </dsp:sp>
    <dsp:sp modelId="{9989E9E4-A5A5-47EA-AEDA-9DFBE90B3494}">
      <dsp:nvSpPr>
        <dsp:cNvPr id="0" name=""/>
        <dsp:cNvSpPr/>
      </dsp:nvSpPr>
      <dsp:spPr>
        <a:xfrm rot="5400000">
          <a:off x="526449" y="2777528"/>
          <a:ext cx="281632" cy="3294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568428" y="2801440"/>
        <a:ext cx="197674" cy="197142"/>
      </dsp:txXfrm>
    </dsp:sp>
    <dsp:sp modelId="{5B6E9EAA-C5A3-47B0-991F-575A6B721820}">
      <dsp:nvSpPr>
        <dsp:cNvPr id="0" name=""/>
        <dsp:cNvSpPr/>
      </dsp:nvSpPr>
      <dsp:spPr>
        <a:xfrm>
          <a:off x="3038" y="3215917"/>
          <a:ext cx="1328454" cy="797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9. Accumulate accepted scan into the map</a:t>
          </a:r>
        </a:p>
      </dsp:txBody>
      <dsp:txXfrm>
        <a:off x="26383" y="3239262"/>
        <a:ext cx="1281764" cy="750382"/>
      </dsp:txXfrm>
    </dsp:sp>
    <dsp:sp modelId="{5B41EA4D-5FF4-47BE-8A49-C1F0B3258B30}">
      <dsp:nvSpPr>
        <dsp:cNvPr id="0" name=""/>
        <dsp:cNvSpPr/>
      </dsp:nvSpPr>
      <dsp:spPr>
        <a:xfrm>
          <a:off x="1448396" y="3449725"/>
          <a:ext cx="281632" cy="3294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448396" y="3515616"/>
        <a:ext cx="197142" cy="197674"/>
      </dsp:txXfrm>
    </dsp:sp>
    <dsp:sp modelId="{F98B7AE1-2E7B-4B9D-8AF7-ECE73B5F94A5}">
      <dsp:nvSpPr>
        <dsp:cNvPr id="0" name=""/>
        <dsp:cNvSpPr/>
      </dsp:nvSpPr>
      <dsp:spPr>
        <a:xfrm>
          <a:off x="1862874" y="3215917"/>
          <a:ext cx="1328454" cy="797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10. Publish odometry / pose / TF / path, log TUM line</a:t>
          </a:r>
        </a:p>
      </dsp:txBody>
      <dsp:txXfrm>
        <a:off x="1886219" y="3239262"/>
        <a:ext cx="1281764" cy="750382"/>
      </dsp:txXfrm>
    </dsp:sp>
    <dsp:sp modelId="{320709ED-E896-49F3-B17F-716309BE6FA9}">
      <dsp:nvSpPr>
        <dsp:cNvPr id="0" name=""/>
        <dsp:cNvSpPr/>
      </dsp:nvSpPr>
      <dsp:spPr>
        <a:xfrm>
          <a:off x="3308232" y="3449725"/>
          <a:ext cx="281632" cy="3294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3308232" y="3515616"/>
        <a:ext cx="197142" cy="197674"/>
      </dsp:txXfrm>
    </dsp:sp>
    <dsp:sp modelId="{06994C31-449A-406A-B9EB-0EAABB7F4FED}">
      <dsp:nvSpPr>
        <dsp:cNvPr id="0" name=""/>
        <dsp:cNvSpPr/>
      </dsp:nvSpPr>
      <dsp:spPr>
        <a:xfrm>
          <a:off x="3722709" y="3215917"/>
          <a:ext cx="1328454" cy="797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11. Periodically publish the full map cloud</a:t>
          </a:r>
        </a:p>
      </dsp:txBody>
      <dsp:txXfrm>
        <a:off x="3746054" y="3239262"/>
        <a:ext cx="1281764" cy="750382"/>
      </dsp:txXfrm>
    </dsp:sp>
    <dsp:sp modelId="{A1216B19-F050-4D99-964A-D1E5B5543AEA}">
      <dsp:nvSpPr>
        <dsp:cNvPr id="0" name=""/>
        <dsp:cNvSpPr/>
      </dsp:nvSpPr>
      <dsp:spPr>
        <a:xfrm>
          <a:off x="5168067" y="3449725"/>
          <a:ext cx="281632" cy="3294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5168067" y="3515616"/>
        <a:ext cx="197142" cy="197674"/>
      </dsp:txXfrm>
    </dsp:sp>
    <dsp:sp modelId="{6ABDB9E2-04A0-4EC9-9A14-C81997340B7E}">
      <dsp:nvSpPr>
        <dsp:cNvPr id="0" name=""/>
        <dsp:cNvSpPr/>
      </dsp:nvSpPr>
      <dsp:spPr>
        <a:xfrm>
          <a:off x="5582545" y="3215917"/>
          <a:ext cx="1328454" cy="797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12- Converting to XYZ PCL to continue cycle processing</a:t>
          </a:r>
        </a:p>
      </dsp:txBody>
      <dsp:txXfrm>
        <a:off x="5605890" y="3239262"/>
        <a:ext cx="1281764" cy="7503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619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641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045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5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14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112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158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12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858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69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578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9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A32057F-F015-B1B2-4E3E-2307F8EFC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C0508-B886-47DC-CCFF-4063AA9A08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>
            <a:normAutofit/>
          </a:bodyPr>
          <a:lstStyle/>
          <a:p>
            <a:pPr algn="l"/>
            <a:r>
              <a:rPr lang="en-US" sz="5400"/>
              <a:t>Lidar Pose Estimator – Pipeline walkthrough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A5F06D-8305-E448-A5D6-6B18C9A711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6" y="4731337"/>
            <a:ext cx="4206240" cy="11845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/>
              <a:t>Presented by:</a:t>
            </a:r>
          </a:p>
          <a:p>
            <a:pPr algn="l"/>
            <a:r>
              <a:rPr lang="en-US"/>
              <a:t> Hazem Mohsen Abdelaziz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92858E-FFD2-6A5C-8071-20C7353DD2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04" r="10226" b="-1"/>
          <a:stretch>
            <a:fillRect/>
          </a:stretch>
        </p:blipFill>
        <p:spPr>
          <a:xfrm>
            <a:off x="20" y="1"/>
            <a:ext cx="6575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687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C8C6078-B9FC-62D3-82A6-AED0C1C0C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323CF07-AAA9-DC0B-9E00-84313AE4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2ACBD6-97FB-EEDF-7AAE-0F0F4DFEC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481" y="800783"/>
            <a:ext cx="8278891" cy="1323867"/>
          </a:xfrm>
        </p:spPr>
        <p:txBody>
          <a:bodyPr anchor="b">
            <a:normAutofit/>
          </a:bodyPr>
          <a:lstStyle/>
          <a:p>
            <a:r>
              <a:rPr lang="en-US"/>
              <a:t>ROS2 Package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09437-9465-FFE6-74E5-C95E2BF04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2481" y="2280114"/>
            <a:ext cx="8278892" cy="23101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Neue Haas Grotesk Text Pro"/>
              </a:rPr>
              <a:t>This package solves one problem: estimate the 6-DOF pose of a moving LiDAR sensor over time, using only the point cloud stream — no GPS, no IMU </a:t>
            </a:r>
            <a:r>
              <a:rPr lang="en-US" sz="1800" dirty="0" err="1">
                <a:latin typeface="Neue Haas Grotesk Text Pro"/>
              </a:rPr>
              <a:t>fusion,no</a:t>
            </a:r>
            <a:r>
              <a:rPr lang="en-US" sz="1800" dirty="0">
                <a:latin typeface="Neue Haas Grotesk Text Pro"/>
              </a:rPr>
              <a:t> wheel odometry. </a:t>
            </a:r>
          </a:p>
          <a:p>
            <a:pPr marL="0" indent="0">
              <a:buNone/>
            </a:pPr>
            <a:r>
              <a:rPr lang="en-US" sz="1800">
                <a:latin typeface="Neue Haas Grotesk Text Pro"/>
              </a:rPr>
              <a:t>It builds a map as it goes, and it ships a second node whose only job is to grade how accurate that estimate is against an external ground-truth source.</a:t>
            </a:r>
            <a:endParaRPr lang="en-US" sz="1800"/>
          </a:p>
          <a:p>
            <a:pPr marL="0" indent="0">
              <a:buNone/>
            </a:pPr>
            <a:endParaRPr lang="en-US" sz="180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D1397D0D-E129-6343-F59A-8C91FFD932D1}"/>
              </a:ext>
            </a:extLst>
          </p:cNvPr>
          <p:cNvSpPr txBox="1"/>
          <p:nvPr/>
        </p:nvSpPr>
        <p:spPr>
          <a:xfrm>
            <a:off x="1952293" y="4400226"/>
            <a:ext cx="9620723" cy="169277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000000"/>
                </a:solidFill>
                <a:latin typeface="Neue Haas Grotesk Text Pro"/>
              </a:rPr>
              <a:t>Two executables ship in this package:</a:t>
            </a:r>
            <a:endParaRPr lang="en-US"/>
          </a:p>
          <a:p>
            <a:r>
              <a:rPr lang="en-US" dirty="0">
                <a:solidFill>
                  <a:srgbClr val="000000"/>
                </a:solidFill>
                <a:latin typeface="Neue Haas Grotesk Text Pro"/>
              </a:rPr>
              <a:t> 1- </a:t>
            </a:r>
            <a:r>
              <a:rPr lang="en-US" dirty="0" err="1">
                <a:solidFill>
                  <a:srgbClr val="000000"/>
                </a:solidFill>
                <a:latin typeface="Neue Haas Grotesk Text Pro"/>
              </a:rPr>
              <a:t>lidar_pose_estimator_node</a:t>
            </a:r>
            <a:endParaRPr lang="en-US" dirty="0">
              <a:solidFill>
                <a:srgbClr val="000000"/>
              </a:solidFill>
              <a:latin typeface="Neue Haas Grotesk Text Pro"/>
            </a:endParaRPr>
          </a:p>
          <a:p>
            <a:r>
              <a:rPr lang="en-US" sz="1600">
                <a:solidFill>
                  <a:srgbClr val="000000"/>
                </a:solidFill>
                <a:latin typeface="Neue Haas Grotesk Text Pro"/>
              </a:rPr>
              <a:t>   does the actual SLAM-style odometry</a:t>
            </a:r>
            <a:endParaRPr lang="en-US" sz="1600"/>
          </a:p>
          <a:p>
            <a:r>
              <a:rPr lang="en-US" dirty="0">
                <a:solidFill>
                  <a:srgbClr val="000000"/>
                </a:solidFill>
                <a:latin typeface="Neue Haas Grotesk Text Pro"/>
              </a:rPr>
              <a:t> 2-evaluation_node  </a:t>
            </a:r>
          </a:p>
          <a:p>
            <a:r>
              <a:rPr lang="en-US" sz="1600">
                <a:solidFill>
                  <a:srgbClr val="000000"/>
                </a:solidFill>
                <a:latin typeface="Neue Haas Grotesk Text Pro"/>
              </a:rPr>
              <a:t>   compares it to ground truth and logs results</a:t>
            </a:r>
            <a:endParaRPr lang="en-US" sz="16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492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312620-F7AC-F6A9-BE60-10BCE8534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6802" y="603504"/>
            <a:ext cx="5577902" cy="1527048"/>
          </a:xfrm>
        </p:spPr>
        <p:txBody>
          <a:bodyPr anchor="b">
            <a:normAutofit/>
          </a:bodyPr>
          <a:lstStyle/>
          <a:p>
            <a:r>
              <a:rPr lang="en-US"/>
              <a:t>Point cloud registration (NDT)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639932-0AA4-FBD5-D056-B6C9649C3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017462"/>
            <a:ext cx="4681506" cy="285146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0C386-2253-2F0F-4C88-644FB7C75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6802" y="2212848"/>
            <a:ext cx="5577902" cy="409651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/>
              <a:t>Why Normal Distributed Transform?</a:t>
            </a:r>
          </a:p>
          <a:p>
            <a:pPr marL="0" indent="0">
              <a:buNone/>
            </a:pPr>
            <a:r>
              <a:rPr lang="en-US" sz="1800"/>
              <a:t> </a:t>
            </a:r>
            <a:r>
              <a:rPr lang="en-US" sz="1800">
                <a:latin typeface="Neue Haas Grotesk Text Pro"/>
              </a:rPr>
              <a:t>Models a point cloud as a grid of local Gaussian distributions, not raw points</a:t>
            </a:r>
            <a:endParaRPr lang="en-US" sz="1800"/>
          </a:p>
          <a:p>
            <a:pPr marL="0" indent="0">
              <a:buNone/>
            </a:pPr>
            <a:r>
              <a:rPr lang="en-US" sz="1800">
                <a:latin typeface="Neue Haas Grotesk Text Pro"/>
              </a:rPr>
              <a:t> Registration = find the rigid transform that best aligns a new scan's points against those distributions</a:t>
            </a:r>
            <a:endParaRPr lang="en-US" sz="1800"/>
          </a:p>
          <a:p>
            <a:pPr marL="0" indent="0">
              <a:buNone/>
            </a:pPr>
            <a:r>
              <a:rPr lang="en-US" sz="1800">
                <a:latin typeface="Neue Haas Grotesk Text Pro"/>
              </a:rPr>
              <a:t> Smooth, differentiable cost surface — better convergence behavior than raw ICP on noisy outdoor data</a:t>
            </a:r>
            <a:endParaRPr lang="en-US" sz="1800"/>
          </a:p>
          <a:p>
            <a:pPr marL="0" indent="0">
              <a:buNone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218456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419B60-5EBD-B01C-F8D4-55725E6B3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909" y="2753745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dirty="0"/>
              <a:t>High level </a:t>
            </a:r>
            <a:br>
              <a:rPr lang="en-US" dirty="0"/>
            </a:br>
            <a:r>
              <a:rPr lang="en-US"/>
              <a:t>data flow</a:t>
            </a:r>
          </a:p>
        </p:txBody>
      </p:sp>
      <p:pic>
        <p:nvPicPr>
          <p:cNvPr id="6" name="Picture 5" descr="A diagram of a software development&#10;&#10;AI-generated content may be incorrect.">
            <a:extLst>
              <a:ext uri="{FF2B5EF4-FFF2-40B4-BE49-F238E27FC236}">
                <a16:creationId xmlns:a16="http://schemas.microsoft.com/office/drawing/2014/main" id="{EC8F203A-C2E0-769A-E875-0DE7A1059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861" y="0"/>
            <a:ext cx="6173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628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7298112-E571-A160-E3B0-4FC5E3D19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39C4AC-838C-5B60-1409-ED819072F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615" y="2765572"/>
            <a:ext cx="3494315" cy="4572000"/>
          </a:xfrm>
        </p:spPr>
        <p:txBody>
          <a:bodyPr anchor="t">
            <a:normAutofit/>
          </a:bodyPr>
          <a:lstStyle/>
          <a:p>
            <a:r>
              <a:rPr lang="en-US"/>
              <a:t>Per-frame pipeline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91F2D3BA-38EA-9E1D-EF82-438CCBBB96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2089161"/>
              </p:ext>
            </p:extLst>
          </p:nvPr>
        </p:nvGraphicFramePr>
        <p:xfrm>
          <a:off x="4643648" y="1252010"/>
          <a:ext cx="6914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8374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12788-B06B-42A3-3129-C6853B92D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Range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0B202-7B2D-388D-81BD-9D16DB71B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Without it, an outdoor scan with well over 100,000 points produces NDT normal distributions so smooth that the identity transform looks like a valid optimum — the estimated pose simply doesn't move. Cutting points below the minimum range removes self-noise and reflections off the platform; cutting points beyond the maximum range removes far-field returns that flatten the gradient. </a:t>
            </a:r>
          </a:p>
          <a:p>
            <a:pPr marL="0" indent="0">
              <a:buNone/>
            </a:pPr>
            <a:r>
              <a:rPr lang="en-US"/>
              <a:t>The side effect is also a big point-count reduction, typically down to five-to-fifteen thousand points, which keeps registration fast.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762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2A549-92A0-8A38-FEDF-471D24C45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/>
              <a:t>BOOTSTRAP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74E04-B771-CD2D-D294-311B5D4A4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/>
            <a:r>
              <a:rPr lang="en-US" sz="1800">
                <a:latin typeface="Neue Haas Grotesk Text Pro"/>
              </a:rPr>
              <a:t>First scan is treated as ground truth at identity</a:t>
            </a:r>
            <a:endParaRPr lang="en-US" sz="1800"/>
          </a:p>
          <a:p>
            <a:pPr marL="342900" indent="-342900"/>
            <a:r>
              <a:rPr lang="en-US" sz="1800">
                <a:latin typeface="Neue Haas Grotesk Text Pro"/>
              </a:rPr>
              <a:t>T_map_lidar_ and T_delta_ both initialized to identity</a:t>
            </a:r>
            <a:endParaRPr lang="en-US" sz="1800"/>
          </a:p>
          <a:p>
            <a:pPr marL="342900" indent="-342900"/>
            <a:r>
              <a:rPr lang="en-US" sz="1800">
                <a:latin typeface="Neue Haas Grotesk Text Pro"/>
              </a:rPr>
              <a:t>That first filtered scan is added directly to the map</a:t>
            </a:r>
            <a:endParaRPr lang="en-US" sz="1800"/>
          </a:p>
          <a:p>
            <a:pPr marL="342900" indent="-342900"/>
            <a:r>
              <a:rPr lang="en-US" sz="1800">
                <a:latin typeface="Neue Haas Grotesk Text Pro"/>
              </a:rPr>
              <a:t>Pose/odom/TF/path are published immediately, so downstream consumers see frame 0 with zero delay</a:t>
            </a:r>
            <a:endParaRPr lang="en-US" sz="1800"/>
          </a:p>
          <a:p>
            <a:pPr marL="342900" indent="-342900"/>
            <a:endParaRPr lang="en-US" sz="1800"/>
          </a:p>
        </p:txBody>
      </p:sp>
      <p:pic>
        <p:nvPicPr>
          <p:cNvPr id="5" name="Picture 4" descr="World map with flight paths">
            <a:extLst>
              <a:ext uri="{FF2B5EF4-FFF2-40B4-BE49-F238E27FC236}">
                <a16:creationId xmlns:a16="http://schemas.microsoft.com/office/drawing/2014/main" id="{09E4C083-9001-262C-7101-6D5D59039A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13" r="29284" b="9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542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B8594-63EF-70AB-E625-86D112D22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Const velocity estimates (Motion Prior)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CAE7B-E5D9-85BC-3ABF-3BCD97D89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The system predicts the next pose using the previous motion: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Uses last two accepted poses to compute relative motion (</a:t>
            </a:r>
            <a:r>
              <a:rPr lang="en-US" dirty="0" err="1">
                <a:latin typeface="Consolas"/>
              </a:rPr>
              <a:t>T_delta</a:t>
            </a:r>
            <a:r>
              <a:rPr lang="en-US" dirty="0">
                <a:ea typeface="+mn-lt"/>
                <a:cs typeface="+mn-lt"/>
              </a:rPr>
              <a:t>) 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Extrapolates current initial guess: </a:t>
            </a:r>
            <a:r>
              <a:rPr lang="en-US">
                <a:latin typeface="Consolas"/>
                <a:ea typeface="+mn-lt"/>
                <a:cs typeface="+mn-lt"/>
              </a:rPr>
              <a:t>Tguess</a:t>
            </a:r>
            <a:r>
              <a:rPr lang="en-US" dirty="0">
                <a:latin typeface="Consolas"/>
                <a:ea typeface="+mn-lt"/>
                <a:cs typeface="+mn-lt"/>
              </a:rPr>
              <a:t> = </a:t>
            </a:r>
            <a:r>
              <a:rPr lang="en-US">
                <a:latin typeface="Consolas"/>
                <a:ea typeface="+mn-lt"/>
                <a:cs typeface="+mn-lt"/>
              </a:rPr>
              <a:t>Tmap_lidar * T_delta</a:t>
            </a:r>
            <a:endParaRPr lang="en-US" dirty="0">
              <a:latin typeface="Consola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01740E5-64C3-F08F-2D8F-D362D2A38323}"/>
              </a:ext>
            </a:extLst>
          </p:cNvPr>
          <p:cNvSpPr txBox="1">
            <a:spLocks/>
          </p:cNvSpPr>
          <p:nvPr/>
        </p:nvSpPr>
        <p:spPr>
          <a:xfrm>
            <a:off x="606897" y="3447115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Scan-to-map Vs Scan-to-Scan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F1C6D2-D88C-6CC5-8D83-01C750DEB280}"/>
              </a:ext>
            </a:extLst>
          </p:cNvPr>
          <p:cNvSpPr txBox="1"/>
          <p:nvPr/>
        </p:nvSpPr>
        <p:spPr>
          <a:xfrm>
            <a:off x="603849" y="4291642"/>
            <a:ext cx="9848490" cy="14955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Two registration modes depending on map size</a:t>
            </a:r>
          </a:p>
          <a:p>
            <a:pPr lvl="1"/>
            <a:r>
              <a:rPr lang="en-US" b="1"/>
              <a:t>Early stage:</a:t>
            </a:r>
            <a:r>
              <a:rPr lang="en-US"/>
              <a:t> scan-to-scan (frame-to-frame) </a:t>
            </a:r>
          </a:p>
          <a:p>
            <a:pPr lvl="1"/>
            <a:r>
              <a:rPr lang="en-US" b="1"/>
              <a:t>Later stage:</a:t>
            </a:r>
            <a:r>
              <a:rPr lang="en-US"/>
              <a:t> scan-to-map (full accumulated map) </a:t>
            </a:r>
          </a:p>
          <a:p>
            <a:r>
              <a:rPr lang="en-US"/>
              <a:t>Fallback exists if scan-to-map fails (relaxed retry on previous frame)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819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D919D-CF03-83AD-6216-58377E312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Robust pose update &amp; failure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B5063-99D0-AD6E-2241-35A1C356E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/>
              <a:t>NDT output is validated before being accepted </a:t>
            </a:r>
          </a:p>
          <a:p>
            <a:pPr>
              <a:lnSpc>
                <a:spcPct val="100000"/>
              </a:lnSpc>
            </a:pPr>
            <a:r>
              <a:rPr lang="en-US"/>
              <a:t>Conditions: 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/>
              <a:t>Converged 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/>
              <a:t>Fitness &lt; threshold </a:t>
            </a:r>
          </a:p>
          <a:p>
            <a:pPr>
              <a:lnSpc>
                <a:spcPct val="100000"/>
              </a:lnSpc>
            </a:pPr>
            <a:r>
              <a:rPr lang="en-US"/>
              <a:t>If valid: 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/>
              <a:t>Update pose (T_map_lidar) 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/>
              <a:t>Update motion prior (T_delta) </a:t>
            </a:r>
          </a:p>
          <a:p>
            <a:pPr>
              <a:lnSpc>
                <a:spcPct val="100000"/>
              </a:lnSpc>
            </a:pPr>
            <a:r>
              <a:rPr lang="en-US"/>
              <a:t>If invalid: 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/>
              <a:t>Keep last good pose 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/>
              <a:t>Do NOT update motion model 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/>
              <a:t>Track failure count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895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A41CE0-27B2-C697-A316-BBA2AE24C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4361686" cy="1527048"/>
          </a:xfrm>
        </p:spPr>
        <p:txBody>
          <a:bodyPr anchor="b">
            <a:normAutofit/>
          </a:bodyPr>
          <a:lstStyle/>
          <a:p>
            <a:r>
              <a:rPr lang="en-US"/>
              <a:t>Map construction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8BFE7-FE37-F01A-CE26-F0A6C13B1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4361687" cy="409651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Full filtered scan is transformed into map frame </a:t>
            </a:r>
            <a:endParaRPr lang="en-US" sz="1800"/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Added to global accumulated map </a:t>
            </a:r>
            <a:endParaRPr lang="en-US" sz="1800"/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NOT limited to NDT correspondence points → preserves structure </a:t>
            </a:r>
            <a:endParaRPr lang="en-US" sz="1800"/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Periodic voxel re-filtering prevents memory explosion </a:t>
            </a:r>
            <a:endParaRPr lang="en-US" sz="1800"/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Map published every N frames, not every scan </a:t>
            </a:r>
            <a:endParaRPr lang="en-US" sz="1800"/>
          </a:p>
          <a:p>
            <a:pPr marL="0" indent="0">
              <a:buNone/>
            </a:pPr>
            <a:endParaRPr lang="en-US" sz="1800"/>
          </a:p>
        </p:txBody>
      </p:sp>
      <p:pic>
        <p:nvPicPr>
          <p:cNvPr id="4" name="Picture 3" descr="A map of a city&#10;&#10;AI-generated content may be incorrect.">
            <a:extLst>
              <a:ext uri="{FF2B5EF4-FFF2-40B4-BE49-F238E27FC236}">
                <a16:creationId xmlns:a16="http://schemas.microsoft.com/office/drawing/2014/main" id="{A7801324-279B-B3A2-A8D5-7F8BF09FB4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49" r="12776" b="-2"/>
          <a:stretch>
            <a:fillRect/>
          </a:stretch>
        </p:blipFill>
        <p:spPr>
          <a:xfrm>
            <a:off x="5818632" y="-1"/>
            <a:ext cx="637336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320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DD1D22E-5996-E45B-92B2-659F701A4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3C6994-3C14-8930-BB2A-56237D974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548639"/>
            <a:ext cx="3977640" cy="5719640"/>
          </a:xfrm>
        </p:spPr>
        <p:txBody>
          <a:bodyPr anchor="t">
            <a:normAutofit/>
          </a:bodyPr>
          <a:lstStyle/>
          <a:p>
            <a:r>
              <a:rPr lang="en-US" dirty="0"/>
              <a:t>System outputs and evalu</a:t>
            </a:r>
            <a:r>
              <a:rPr lang="en-US"/>
              <a:t>ation node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FF27A-1EB7-855E-1A96-AF91E07EC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7542" y="548639"/>
            <a:ext cx="6189780" cy="58613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/>
              <a:t>Real-time outputs: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latin typeface="Consolas"/>
              </a:rPr>
              <a:t>/</a:t>
            </a:r>
            <a:r>
              <a:rPr lang="en-US" sz="1700" err="1">
                <a:latin typeface="Consolas"/>
              </a:rPr>
              <a:t>lidar_odom</a:t>
            </a:r>
            <a:r>
              <a:rPr lang="en-US" sz="1700">
                <a:ea typeface="+mn-lt"/>
                <a:cs typeface="+mn-lt"/>
              </a:rPr>
              <a:t>, </a:t>
            </a:r>
            <a:r>
              <a:rPr lang="en-US" sz="1700">
                <a:latin typeface="Consolas"/>
              </a:rPr>
              <a:t>/</a:t>
            </a:r>
            <a:r>
              <a:rPr lang="en-US" sz="1700" err="1">
                <a:latin typeface="Consolas"/>
              </a:rPr>
              <a:t>lidar_pose</a:t>
            </a:r>
            <a:r>
              <a:rPr lang="en-US" sz="1700">
                <a:ea typeface="+mn-lt"/>
                <a:cs typeface="+mn-lt"/>
              </a:rPr>
              <a:t>, </a:t>
            </a:r>
            <a:r>
              <a:rPr lang="en-US" sz="1700">
                <a:latin typeface="Consolas"/>
              </a:rPr>
              <a:t>/</a:t>
            </a:r>
            <a:r>
              <a:rPr lang="en-US" sz="1700" err="1">
                <a:latin typeface="Consolas"/>
              </a:rPr>
              <a:t>lidar_path</a:t>
            </a:r>
            <a:r>
              <a:rPr lang="en-US" sz="1700">
                <a:ea typeface="+mn-lt"/>
                <a:cs typeface="+mn-lt"/>
              </a:rPr>
              <a:t> </a:t>
            </a:r>
            <a:endParaRPr lang="en-US" sz="17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ea typeface="+mn-lt"/>
                <a:cs typeface="+mn-lt"/>
              </a:rPr>
              <a:t>TF: </a:t>
            </a:r>
            <a:r>
              <a:rPr lang="en-US" sz="1700">
                <a:latin typeface="Consolas"/>
              </a:rPr>
              <a:t>map → lidar</a:t>
            </a:r>
            <a:r>
              <a:rPr lang="en-US" sz="1700">
                <a:ea typeface="+mn-lt"/>
                <a:cs typeface="+mn-lt"/>
              </a:rPr>
              <a:t> </a:t>
            </a:r>
            <a:endParaRPr lang="en-US" sz="17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latin typeface="Consolas"/>
              </a:rPr>
              <a:t>/</a:t>
            </a:r>
            <a:r>
              <a:rPr lang="en-US" sz="1700" err="1">
                <a:latin typeface="Consolas"/>
              </a:rPr>
              <a:t>map_cloud</a:t>
            </a:r>
            <a:r>
              <a:rPr lang="en-US" sz="1700">
                <a:ea typeface="+mn-lt"/>
                <a:cs typeface="+mn-lt"/>
              </a:rPr>
              <a:t> (periodic) </a:t>
            </a:r>
            <a:endParaRPr lang="en-US" sz="1700"/>
          </a:p>
          <a:p>
            <a:r>
              <a:rPr lang="en-US" sz="1700"/>
              <a:t>Offline outputs: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latin typeface="Consolas"/>
              </a:rPr>
              <a:t>.</a:t>
            </a:r>
            <a:r>
              <a:rPr lang="en-US" sz="1700" err="1">
                <a:latin typeface="Consolas"/>
              </a:rPr>
              <a:t>pcd</a:t>
            </a:r>
            <a:r>
              <a:rPr lang="en-US" sz="1700">
                <a:ea typeface="+mn-lt"/>
                <a:cs typeface="+mn-lt"/>
              </a:rPr>
              <a:t> → final map </a:t>
            </a:r>
            <a:endParaRPr lang="en-US" sz="17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latin typeface="Consolas"/>
              </a:rPr>
              <a:t>.tum</a:t>
            </a:r>
            <a:r>
              <a:rPr lang="en-US" sz="1700">
                <a:ea typeface="+mn-lt"/>
                <a:cs typeface="+mn-lt"/>
              </a:rPr>
              <a:t> → trajectory </a:t>
            </a:r>
            <a:endParaRPr lang="en-US" sz="17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latin typeface="Consolas"/>
              </a:rPr>
              <a:t>.csv</a:t>
            </a:r>
            <a:r>
              <a:rPr lang="en-US" sz="1700">
                <a:ea typeface="+mn-lt"/>
                <a:cs typeface="+mn-lt"/>
              </a:rPr>
              <a:t> → logs (if evaluation used)</a:t>
            </a:r>
            <a:endParaRPr lang="en-US" sz="1700"/>
          </a:p>
          <a:p>
            <a:pPr marL="228600" lvl="1" indent="0">
              <a:buNone/>
            </a:pPr>
            <a:endParaRPr lang="en-US" sz="1700"/>
          </a:p>
          <a:p>
            <a:pPr marL="228600" lvl="1" indent="0">
              <a:buNone/>
            </a:pPr>
            <a:r>
              <a:rPr lang="en-US" sz="1700"/>
              <a:t>Why Evaluation node?</a:t>
            </a:r>
          </a:p>
          <a:p>
            <a:pPr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Separate node for </a:t>
            </a:r>
            <a:r>
              <a:rPr lang="en-US" sz="1700" b="1">
                <a:ea typeface="+mn-lt"/>
                <a:cs typeface="+mn-lt"/>
              </a:rPr>
              <a:t>independent evaluation</a:t>
            </a:r>
            <a:r>
              <a:rPr lang="en-US" sz="1700">
                <a:ea typeface="+mn-lt"/>
                <a:cs typeface="+mn-lt"/>
              </a:rPr>
              <a:t> </a:t>
            </a:r>
            <a:endParaRPr lang="en-US" sz="1700"/>
          </a:p>
          <a:p>
            <a:pPr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Compares LiDAR odometry vs ground truth (ENU) </a:t>
            </a:r>
            <a:endParaRPr lang="en-US" sz="1700"/>
          </a:p>
          <a:p>
            <a:pPr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Computes error metrics without affecting SLAM </a:t>
            </a:r>
            <a:endParaRPr lang="en-US" sz="1700"/>
          </a:p>
          <a:p>
            <a:pPr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Fully decoupled from estimator </a:t>
            </a:r>
            <a:endParaRPr lang="en-US" sz="1700"/>
          </a:p>
          <a:p>
            <a:pPr lvl="1" indent="0">
              <a:buNone/>
            </a:pPr>
            <a:endParaRPr lang="en-US" sz="1700"/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984015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F74C59-445A-9824-B537-A392A6ECEC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C24BE-E414-E96B-D5A7-AA662CA9F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1043569"/>
            <a:ext cx="4243753" cy="2371241"/>
          </a:xfrm>
        </p:spPr>
        <p:txBody>
          <a:bodyPr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Frame Alignment Problem &amp; Solution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512E9-98BD-A188-7E35-F03F5908B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6479" y="1068450"/>
            <a:ext cx="5106950" cy="498810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/>
              <a:t>Problem: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LiDAR frame = arbitrary origin + heading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ENU frame = global reference (North-aligned) </a:t>
            </a:r>
            <a:endParaRPr lang="en-US"/>
          </a:p>
          <a:p>
            <a:r>
              <a:rPr lang="en-US" sz="1800"/>
              <a:t>Solution: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Auto alignment using first pose yaw difference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OR manual yaw offset override </a:t>
            </a:r>
            <a:endParaRPr lang="en-US"/>
          </a:p>
          <a:p>
            <a:r>
              <a:rPr lang="en-US" sz="1800"/>
              <a:t>Application: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Fixed transform </a:t>
            </a:r>
            <a:r>
              <a:rPr lang="en-US">
                <a:latin typeface="Consolas"/>
              </a:rPr>
              <a:t>T_enu_to_map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Applied to all ENU points</a:t>
            </a:r>
            <a:endParaRPr lang="en-US"/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835810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3867147-1C83-BF71-39B0-B590EE7F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AC566-15E8-05A5-6029-635867E60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48640"/>
            <a:ext cx="10872216" cy="1133856"/>
          </a:xfrm>
        </p:spPr>
        <p:txBody>
          <a:bodyPr anchor="t">
            <a:normAutofit/>
          </a:bodyPr>
          <a:lstStyle/>
          <a:p>
            <a:r>
              <a:rPr lang="en-US" dirty="0"/>
              <a:t>Visualization and </a:t>
            </a:r>
            <a:r>
              <a:rPr lang="en-US"/>
              <a:t>takeaway</a:t>
            </a:r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026D55-4F8C-61A9-B353-14920337B7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50" r="38134" b="949"/>
          <a:stretch>
            <a:fillRect/>
          </a:stretch>
        </p:blipFill>
        <p:spPr>
          <a:xfrm>
            <a:off x="1258055" y="1792223"/>
            <a:ext cx="5060856" cy="453981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D0DD6-BBA8-1AF4-773D-939FB91D1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7176" y="1792224"/>
            <a:ext cx="4307527" cy="451713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/>
              <a:t>RViz2 visualization:</a:t>
            </a:r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500">
                <a:ea typeface="+mn-lt"/>
                <a:cs typeface="+mn-lt"/>
              </a:rPr>
              <a:t>LiDAR path </a:t>
            </a:r>
            <a:endParaRPr lang="en-US" sz="1500"/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500">
                <a:ea typeface="+mn-lt"/>
                <a:cs typeface="+mn-lt"/>
              </a:rPr>
              <a:t>Ground truth ENU path </a:t>
            </a:r>
            <a:endParaRPr lang="en-US" sz="1500"/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500">
                <a:ea typeface="+mn-lt"/>
                <a:cs typeface="+mn-lt"/>
              </a:rPr>
              <a:t>Point cloud map </a:t>
            </a:r>
            <a:endParaRPr lang="en-US" sz="1500"/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500">
                <a:ea typeface="+mn-lt"/>
                <a:cs typeface="+mn-lt"/>
              </a:rPr>
              <a:t>Live error signal </a:t>
            </a:r>
            <a:endParaRPr lang="en-US" sz="1500"/>
          </a:p>
          <a:p>
            <a:pPr>
              <a:lnSpc>
                <a:spcPct val="110000"/>
              </a:lnSpc>
            </a:pPr>
            <a:r>
              <a:rPr lang="en-US" sz="1500"/>
              <a:t>Key system ideas:</a:t>
            </a:r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500">
                <a:ea typeface="+mn-lt"/>
                <a:cs typeface="+mn-lt"/>
              </a:rPr>
              <a:t>Heavy preprocessing → stable NDT </a:t>
            </a:r>
            <a:endParaRPr lang="en-US" sz="1500"/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500">
                <a:ea typeface="+mn-lt"/>
                <a:cs typeface="+mn-lt"/>
              </a:rPr>
              <a:t>Motion prior improves convergence </a:t>
            </a:r>
            <a:endParaRPr lang="en-US" sz="1500"/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500">
                <a:ea typeface="+mn-lt"/>
                <a:cs typeface="+mn-lt"/>
              </a:rPr>
              <a:t>Scan-to-map + fallback ensures robustness </a:t>
            </a:r>
            <a:endParaRPr lang="en-US" sz="1500"/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500">
                <a:ea typeface="+mn-lt"/>
                <a:cs typeface="+mn-lt"/>
              </a:rPr>
              <a:t>Bad frames are rejected, not propagated </a:t>
            </a:r>
            <a:endParaRPr lang="en-US" sz="1500"/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500">
                <a:ea typeface="+mn-lt"/>
                <a:cs typeface="+mn-lt"/>
              </a:rPr>
              <a:t>Fully reproducible evaluation pipeline</a:t>
            </a:r>
            <a:endParaRPr lang="en-US" sz="1500"/>
          </a:p>
          <a:p>
            <a:pPr>
              <a:lnSpc>
                <a:spcPct val="110000"/>
              </a:lnSpc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934850018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VanillaVTI</vt:lpstr>
      <vt:lpstr>Lidar Pose Estimator – Pipeline walkthrough</vt:lpstr>
      <vt:lpstr>ROS2 Package </vt:lpstr>
      <vt:lpstr>Point cloud registration (NDT)</vt:lpstr>
      <vt:lpstr>High level  data flow</vt:lpstr>
      <vt:lpstr>Per-frame pipeline</vt:lpstr>
      <vt:lpstr>Range filtering</vt:lpstr>
      <vt:lpstr>BOOTSTRAP</vt:lpstr>
      <vt:lpstr>Const velocity estimates (Motion Prior)</vt:lpstr>
      <vt:lpstr>Robust pose update &amp; failure handling</vt:lpstr>
      <vt:lpstr>Map construction strategy</vt:lpstr>
      <vt:lpstr>System outputs and evaluation node purpose</vt:lpstr>
      <vt:lpstr>Frame Alignment Problem &amp; Solution</vt:lpstr>
      <vt:lpstr>Visualization and takeaway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214</cp:revision>
  <dcterms:created xsi:type="dcterms:W3CDTF">2026-06-19T17:00:14Z</dcterms:created>
  <dcterms:modified xsi:type="dcterms:W3CDTF">2026-06-19T17:48:50Z</dcterms:modified>
</cp:coreProperties>
</file>